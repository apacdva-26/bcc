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147483594" r:id="rId2"/>
    <p:sldId id="2147483593" r:id="rId3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>
      <p:cViewPr varScale="1">
        <p:scale>
          <a:sx n="115" d="100"/>
          <a:sy n="115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pPr>
            <a:r>
              <a:rPr lang="en-US" sz="1600" b="1">
                <a:solidFill>
                  <a:schemeClr val="tx1"/>
                </a:solidFill>
                <a:latin typeface="+mn-lt"/>
              </a:rPr>
              <a:t>Cash Flow Analysis Over 5 Years (M SGD)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tx1"/>
              </a:solidFill>
              <a:latin typeface="+mn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6802748623502736E-3"/>
          <c:y val="0.1940390814173604"/>
          <c:w val="0.97828899101932187"/>
          <c:h val="0.782592343903848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SAP Subscription Cost</c:v>
                </c:pt>
              </c:strCache>
            </c:strRef>
          </c:tx>
          <c:spPr>
            <a:solidFill>
              <a:srgbClr val="FFFFFF">
                <a:lumMod val="85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FFFFF">
                  <a:lumMod val="8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A07-47B8-BD0F-D01DAD49AA79}"/>
              </c:ext>
            </c:extLst>
          </c:dPt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_-* #,##0.0_-;\-* #,##0.0_-;_-* "-"??_-;_-@_-</c:formatCode>
                <c:ptCount val="5"/>
                <c:pt idx="0">
                  <c:v>-1.5</c:v>
                </c:pt>
                <c:pt idx="1">
                  <c:v>-2</c:v>
                </c:pt>
                <c:pt idx="2">
                  <c:v>-2</c:v>
                </c:pt>
                <c:pt idx="3">
                  <c:v>-2</c:v>
                </c:pt>
                <c:pt idx="4">
                  <c:v>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FF-428A-8095-EDF0F5447C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Partner Implementation Cost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 formatCode="_-* #,##0.0_-;\-* #,##0.0_-;_-* &quot;-&quot;??_-;_-@_-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6FF-428A-8095-EDF0F5447C9B}"/>
            </c:ext>
          </c:extLst>
        </c:ser>
        <c:ser>
          <c:idx val="3"/>
          <c:order val="2"/>
          <c:tx>
            <c:strRef>
              <c:f>Sheet1!$D$1</c:f>
              <c:strCache>
                <c:ptCount val="1"/>
                <c:pt idx="0">
                  <c:v>Recurring Annual Benefits</c:v>
                </c:pt>
              </c:strCache>
            </c:strRef>
          </c:tx>
          <c:spPr>
            <a:solidFill>
              <a:srgbClr val="D1EFFF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Sheet1!$D$2:$D$6</c:f>
              <c:numCache>
                <c:formatCode>_-* #,##0.0_-;\-* #,##0.0_-;_-* "-"??_-;_-@_-</c:formatCode>
                <c:ptCount val="5"/>
                <c:pt idx="0">
                  <c:v>0.3</c:v>
                </c:pt>
                <c:pt idx="1">
                  <c:v>2.36</c:v>
                </c:pt>
                <c:pt idx="2">
                  <c:v>3</c:v>
                </c:pt>
                <c:pt idx="3">
                  <c:v>3</c:v>
                </c:pt>
                <c:pt idx="4">
                  <c:v>3.37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6FF-428A-8095-EDF0F5447C9B}"/>
            </c:ext>
          </c:extLst>
        </c:ser>
        <c:ser>
          <c:idx val="2"/>
          <c:order val="3"/>
          <c:tx>
            <c:strRef>
              <c:f>Sheet1!$E$1</c:f>
              <c:strCache>
                <c:ptCount val="1"/>
                <c:pt idx="0">
                  <c:v>One-time Free Cashflow Benefits</c:v>
                </c:pt>
              </c:strCache>
            </c:strRef>
          </c:tx>
          <c:spPr>
            <a:solidFill>
              <a:srgbClr val="E2D8FF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Sheet1!$E$2:$E$6</c:f>
              <c:numCache>
                <c:formatCode>_-* #,##0.0_-;\-* #,##0.0_-;_-* "-"??_-;_-@_-</c:formatCode>
                <c:ptCount val="5"/>
                <c:pt idx="0">
                  <c:v>0.4</c:v>
                </c:pt>
                <c:pt idx="1">
                  <c:v>1</c:v>
                </c:pt>
                <c:pt idx="2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6FF-428A-8095-EDF0F5447C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62384576"/>
        <c:axId val="762382608"/>
      </c:barChart>
      <c:lineChart>
        <c:grouping val="standard"/>
        <c:varyColors val="0"/>
        <c:ser>
          <c:idx val="4"/>
          <c:order val="4"/>
          <c:tx>
            <c:strRef>
              <c:f>Sheet1!$F$1</c:f>
              <c:strCache>
                <c:ptCount val="1"/>
                <c:pt idx="0">
                  <c:v>Cumulative Benefits</c:v>
                </c:pt>
              </c:strCache>
            </c:strRef>
          </c:tx>
          <c:spPr>
            <a:ln w="38100" cap="rnd">
              <a:solidFill>
                <a:srgbClr val="7858FF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7858FF"/>
              </a:solidFill>
              <a:ln>
                <a:solidFill>
                  <a:srgbClr val="7858FF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Sheet1!$F$2:$F$6</c:f>
              <c:numCache>
                <c:formatCode>_-* #,##0.0_-;\-* #,##0.0_-;_-* "-"??_-;_-@_-</c:formatCode>
                <c:ptCount val="5"/>
                <c:pt idx="0">
                  <c:v>-1.8000000000000003</c:v>
                </c:pt>
                <c:pt idx="1">
                  <c:v>-0.44000000000000039</c:v>
                </c:pt>
                <c:pt idx="2">
                  <c:v>1.1599999999999997</c:v>
                </c:pt>
                <c:pt idx="3">
                  <c:v>2.1599999999999997</c:v>
                </c:pt>
                <c:pt idx="4">
                  <c:v>3.53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A0-4C6E-A784-F59CABCD99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62384576"/>
        <c:axId val="762382608"/>
      </c:lineChart>
      <c:catAx>
        <c:axId val="762384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2382608"/>
        <c:crossesAt val="0"/>
        <c:auto val="1"/>
        <c:lblAlgn val="ctr"/>
        <c:lblOffset val="100"/>
        <c:tickMarkSkip val="1"/>
        <c:noMultiLvlLbl val="0"/>
      </c:catAx>
      <c:valAx>
        <c:axId val="762382608"/>
        <c:scaling>
          <c:orientation val="minMax"/>
        </c:scaling>
        <c:delete val="1"/>
        <c:axPos val="l"/>
        <c:numFmt formatCode="#,##0.00" sourceLinked="0"/>
        <c:majorTickMark val="out"/>
        <c:minorTickMark val="none"/>
        <c:tickLblPos val="nextTo"/>
        <c:crossAx val="762384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7.8106997766319519E-2"/>
          <c:w val="0.35989078182907142"/>
          <c:h val="0.1880968965375626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39B94-B4E8-AA42-988E-7E56C264D26B}" type="datetimeFigureOut">
              <a:rPr lang="en-KR" smtClean="0"/>
              <a:t>6/17/26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C48F8-29FF-B54A-B400-1F8D5F62A259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594785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C2C35-2B8A-446E-BEC0-FD36716C29AC}" type="slidenum">
              <a:rPr kumimoji="0" lang="en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pPr marL="0" marR="0" lvl="0" indent="0" algn="ctr" defTabSz="10887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DE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5686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108877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D8C2C35-2B8A-446E-BEC0-FD36716C29AC}" type="slidenum">
              <a:rPr kumimoji="0" lang="en-D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72 Brand" panose="020B0504030603020204" pitchFamily="34" charset="0"/>
                <a:ea typeface="+mn-ea"/>
                <a:cs typeface="+mn-cs"/>
              </a:rPr>
              <a:pPr marL="0" marR="0" lvl="0" indent="0" algn="ctr" defTabSz="108877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DE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72 Brand" panose="020B05040306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268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hyperlink" Target="https://brand.sap.com/media-library/index.html#/" TargetMode="External"/><Relationship Id="rId3" Type="http://schemas.openxmlformats.org/officeDocument/2006/relationships/image" Target="../media/image23.svg"/><Relationship Id="rId7" Type="http://schemas.openxmlformats.org/officeDocument/2006/relationships/hyperlink" Target="https://brand.sap.com/naming-center#/dashboard" TargetMode="External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brand.sap.com/" TargetMode="External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hyperlink" Target="https://brand.sap.com/writing-assistant/" TargetMode="Externa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108" y="2706317"/>
            <a:ext cx="4764208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3D104-EF7E-A0AB-2243-882D65E686E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67446" y="0"/>
            <a:ext cx="6224554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picture</a:t>
            </a:r>
          </a:p>
        </p:txBody>
      </p:sp>
      <p:pic>
        <p:nvPicPr>
          <p:cNvPr id="1427811435" name="LogoBlue-Dynamic" descr="{&quot;templafy&quot;:{&quot;id&quot;:&quot;d798048c-af3d-4a56-ac02-e0a0430c7d56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44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2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752159" y="1156532"/>
            <a:ext cx="5612260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01" y="2141327"/>
            <a:ext cx="4124850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3126" y="0"/>
            <a:ext cx="4318875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7" y="2036060"/>
            <a:ext cx="5718273" cy="997196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865486731" name="LogoWhite-Dynamic" descr="{&quot;templafy&quot;:{&quot;id&quot;:&quot;5792e7de-23f7-4839-8403-15211fa0fb77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89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911">
          <p15:clr>
            <a:srgbClr val="FBAE40"/>
          </p15:clr>
        </p15:guide>
        <p15:guide id="2" orient="horz" pos="2682">
          <p15:clr>
            <a:srgbClr val="FBAE40"/>
          </p15:clr>
        </p15:guide>
        <p15:guide id="3" orient="horz" pos="299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solidFill>
          <a:srgbClr val="001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A814E6-1161-2533-DECB-242314C64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09198" y="1294365"/>
            <a:ext cx="7675376" cy="3819591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107" y="2706317"/>
            <a:ext cx="11181024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77349246" name="LogoWhite-Dynamic" descr="{&quot;templafy&quot;:{&quot;id&quot;:&quot;4b2d2b67-3f99-465c-aec6-4883577bbbd1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93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107" y="2706317"/>
            <a:ext cx="535732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BAFF1977-7427-5CA2-A419-54E33BAD098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2188"/>
          <a:stretch/>
        </p:blipFill>
        <p:spPr>
          <a:xfrm>
            <a:off x="7173632" y="1"/>
            <a:ext cx="4312281" cy="1647915"/>
          </a:xfrm>
          <a:prstGeom prst="rect">
            <a:avLst/>
          </a:prstGeom>
        </p:spPr>
      </p:pic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58102CDA-6550-338C-434D-B8FA408CB4D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73632" y="2385967"/>
            <a:ext cx="4312281" cy="2117815"/>
          </a:xfrm>
          <a:prstGeom prst="rect">
            <a:avLst/>
          </a:prstGeom>
        </p:spPr>
      </p:pic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65BCE9EE-E0B3-4D29-F0C4-BD00A1DA3A2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3687"/>
          <a:stretch/>
        </p:blipFill>
        <p:spPr>
          <a:xfrm>
            <a:off x="7173632" y="5241836"/>
            <a:ext cx="4312281" cy="1616165"/>
          </a:xfrm>
          <a:prstGeom prst="rect">
            <a:avLst/>
          </a:prstGeom>
        </p:spPr>
      </p:pic>
      <p:pic>
        <p:nvPicPr>
          <p:cNvPr id="1557225599" name="LogoBlack-Dynamic" descr="{&quot;templafy&quot;:{&quot;id&quot;:&quot;933c387b-c092-43c1-a2b3-51b4c996df08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85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">
    <p:bg>
      <p:bgPr>
        <a:solidFill>
          <a:srgbClr val="002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722756" name="LogoWhite-Dynamic" descr="{&quot;templafy&quot;:{&quot;id&quot;:&quot;8a7ec51b-a3f9-408b-b66f-3b14886e2580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107" y="2706317"/>
            <a:ext cx="535732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8CDC0F09-263D-29E7-D374-16F5252D45B1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2188"/>
          <a:stretch/>
        </p:blipFill>
        <p:spPr>
          <a:xfrm>
            <a:off x="7173632" y="1"/>
            <a:ext cx="4312281" cy="1647915"/>
          </a:xfrm>
          <a:prstGeom prst="rect">
            <a:avLst/>
          </a:prstGeom>
        </p:spPr>
      </p:pic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DC385859-B9B6-B3C8-F173-ECEB2422A16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173632" y="2385967"/>
            <a:ext cx="4312281" cy="2117815"/>
          </a:xfrm>
          <a:prstGeom prst="rect">
            <a:avLst/>
          </a:prstGeom>
        </p:spPr>
      </p:pic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087266D6-22F1-A496-6B1F-14CEDC804997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687"/>
          <a:stretch/>
        </p:blipFill>
        <p:spPr>
          <a:xfrm>
            <a:off x="7173632" y="5241836"/>
            <a:ext cx="4312281" cy="161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92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108" y="2706317"/>
            <a:ext cx="5128364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5" name="Freeform 139">
            <a:extLst>
              <a:ext uri="{FF2B5EF4-FFF2-40B4-BE49-F238E27FC236}">
                <a16:creationId xmlns:a16="http://schemas.microsoft.com/office/drawing/2014/main" id="{FA0F61C1-1CC3-1F5A-18B8-8E26514F6688}"/>
              </a:ext>
            </a:extLst>
          </p:cNvPr>
          <p:cNvSpPr>
            <a:spLocks noChangeAspect="1"/>
          </p:cNvSpPr>
          <p:nvPr userDrawn="1"/>
        </p:nvSpPr>
        <p:spPr>
          <a:xfrm>
            <a:off x="5969034" y="1931313"/>
            <a:ext cx="5658570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1B90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327"/>
            <a:endParaRPr lang="en-US" sz="2099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  <p:pic>
        <p:nvPicPr>
          <p:cNvPr id="1926256012" name="LogoBlack-Dynamic" descr="{&quot;templafy&quot;:{&quot;id&quot;:&quot;9a988b42-05f0-4a6f-8fa1-1961c7f390c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06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 userDrawn="1">
            <p:ph type="title" hasCustomPrompt="1"/>
          </p:nvPr>
        </p:nvSpPr>
        <p:spPr>
          <a:xfrm>
            <a:off x="503108" y="2706317"/>
            <a:ext cx="509906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tx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5A13C-829D-1987-9534-F97491F0C5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69034" y="1931313"/>
            <a:ext cx="5683680" cy="2829600"/>
          </a:xfrm>
          <a:prstGeom prst="rect">
            <a:avLst/>
          </a:prstGeom>
        </p:spPr>
      </p:pic>
      <p:pic>
        <p:nvPicPr>
          <p:cNvPr id="1873968157" name="LogoBlue-Dynamic" descr="{&quot;templafy&quot;:{&quot;id&quot;:&quot;fc693da6-d03c-43f9-bb02-367221136e88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811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H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8" y="2706317"/>
            <a:ext cx="5110785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2BFABF1-DD81-F2D4-FD65-DBCD6636029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78694" y="1932069"/>
            <a:ext cx="5710200" cy="2828844"/>
          </a:xfrm>
          <a:custGeom>
            <a:avLst/>
            <a:gdLst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5453062 w 5453062"/>
              <a:gd name="connsiteY2" fmla="*/ 2700337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  <a:gd name="connsiteX0" fmla="*/ 0 w 5453062"/>
              <a:gd name="connsiteY0" fmla="*/ 0 h 2758526"/>
              <a:gd name="connsiteX1" fmla="*/ 5453062 w 5453062"/>
              <a:gd name="connsiteY1" fmla="*/ 0 h 2758526"/>
              <a:gd name="connsiteX2" fmla="*/ 2751426 w 5453062"/>
              <a:gd name="connsiteY2" fmla="*/ 2758526 h 2758526"/>
              <a:gd name="connsiteX3" fmla="*/ 0 w 5453062"/>
              <a:gd name="connsiteY3" fmla="*/ 2700337 h 2758526"/>
              <a:gd name="connsiteX4" fmla="*/ 0 w 5453062"/>
              <a:gd name="connsiteY4" fmla="*/ 0 h 2758526"/>
              <a:gd name="connsiteX0" fmla="*/ 0 w 5453062"/>
              <a:gd name="connsiteY0" fmla="*/ 0 h 2700337"/>
              <a:gd name="connsiteX1" fmla="*/ 5453062 w 5453062"/>
              <a:gd name="connsiteY1" fmla="*/ 0 h 2700337"/>
              <a:gd name="connsiteX2" fmla="*/ 2726487 w 5453062"/>
              <a:gd name="connsiteY2" fmla="*/ 2700336 h 2700337"/>
              <a:gd name="connsiteX3" fmla="*/ 0 w 5453062"/>
              <a:gd name="connsiteY3" fmla="*/ 2700337 h 2700337"/>
              <a:gd name="connsiteX4" fmla="*/ 0 w 5453062"/>
              <a:gd name="connsiteY4" fmla="*/ 0 h 2700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3062" h="2700337">
                <a:moveTo>
                  <a:pt x="0" y="0"/>
                </a:moveTo>
                <a:lnTo>
                  <a:pt x="5453062" y="0"/>
                </a:lnTo>
                <a:lnTo>
                  <a:pt x="2726487" y="2700336"/>
                </a:lnTo>
                <a:lnTo>
                  <a:pt x="0" y="2700337"/>
                </a:lnTo>
                <a:lnTo>
                  <a:pt x="0" y="0"/>
                </a:lnTo>
                <a:close/>
              </a:path>
            </a:pathLst>
          </a:custGeom>
          <a:solidFill>
            <a:srgbClr val="1B90FF"/>
          </a:solidFill>
        </p:spPr>
        <p:txBody>
          <a:bodyPr anchor="ctr" anchorCtr="0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      Click to add image</a:t>
            </a:r>
          </a:p>
        </p:txBody>
      </p:sp>
      <p:pic>
        <p:nvPicPr>
          <p:cNvPr id="1474964356" name="LogoBlack-Dynamic" descr="{&quot;templafy&quot;:{&quot;id&quot;:&quot;93c6c0eb-1aa5-41b0-8b32-8cf38e59932e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145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107" y="4024430"/>
            <a:ext cx="11184199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599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2000" cy="3430800"/>
          </a:xfrm>
        </p:spPr>
        <p:txBody>
          <a:bodyPr anchor="ctr" anchorCtr="0"/>
          <a:lstStyle>
            <a:lvl1pPr marL="0" marR="0" indent="0" algn="ctr" defTabSz="1088231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231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717313956" name="LogoBlue-Dynamic" descr="{&quot;templafy&quot;:{&quot;id&quot;:&quot;df034174-d04b-424b-8bbf-58415fdf39a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998166"/>
            <a:ext cx="72700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336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J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107" y="4024430"/>
            <a:ext cx="10681154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599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</a:p>
        </p:txBody>
      </p:sp>
      <p:pic>
        <p:nvPicPr>
          <p:cNvPr id="1880270237" name="LogoBlue-Dynamic" descr="{&quot;templafy&quot;:{&quot;id&quot;:&quot;a6dd7695-5125-482d-b882-de31d0681b3f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997600"/>
            <a:ext cx="727003" cy="360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2A511F2-AB36-486F-DD38-75D70E7966D1}"/>
              </a:ext>
            </a:extLst>
          </p:cNvPr>
          <p:cNvSpPr/>
          <p:nvPr userDrawn="1"/>
        </p:nvSpPr>
        <p:spPr bwMode="gray">
          <a:xfrm>
            <a:off x="0" y="-1"/>
            <a:ext cx="12192000" cy="3429001"/>
          </a:xfrm>
          <a:prstGeom prst="rect">
            <a:avLst/>
          </a:prstGeom>
          <a:solidFill>
            <a:srgbClr val="002A86"/>
          </a:solidFill>
          <a:ln w="28575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499F4C9-2427-3F8A-52CC-B08C56B79E1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608913" y="503239"/>
            <a:ext cx="4084742" cy="200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333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K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7" y="2706317"/>
            <a:ext cx="613272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950394986" name="LogoWhite-Dynamic" descr="{&quot;templafy&quot;:{&quot;id&quot;:&quot;71b7d339-13df-4651-9cbb-8bb469583a9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  <p:sp>
        <p:nvSpPr>
          <p:cNvPr id="4" name="Free-form: Shape 3">
            <a:extLst>
              <a:ext uri="{FF2B5EF4-FFF2-40B4-BE49-F238E27FC236}">
                <a16:creationId xmlns:a16="http://schemas.microsoft.com/office/drawing/2014/main" id="{DE5B3AD0-1D89-347D-1FDC-8F83FFF6F994}"/>
              </a:ext>
            </a:extLst>
          </p:cNvPr>
          <p:cNvSpPr/>
          <p:nvPr userDrawn="1"/>
        </p:nvSpPr>
        <p:spPr bwMode="gray">
          <a:xfrm>
            <a:off x="6921512" y="0"/>
            <a:ext cx="5270488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89977" tIns="71981" rIns="89977" bIns="71981" rtlCol="0" anchor="ctr">
            <a:noAutofit/>
          </a:bodyPr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3936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3869" y="505381"/>
            <a:ext cx="1118356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869" y="1548001"/>
            <a:ext cx="11183565" cy="4804619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1924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664" indent="-285664">
              <a:defRPr/>
            </a:lvl3pPr>
            <a:lvl4pPr marL="251924" indent="-251924">
              <a:defRPr/>
            </a:lvl4pPr>
            <a:lvl5pPr marL="285664" indent="-285664">
              <a:defRPr/>
            </a:lvl5pPr>
            <a:lvl6pPr marL="251924" indent="-251924">
              <a:defRPr/>
            </a:lvl6pPr>
            <a:lvl7pPr marL="171399" indent="-171399">
              <a:defRPr/>
            </a:lvl7pPr>
            <a:lvl8pPr marL="251924" indent="-251924">
              <a:defRPr/>
            </a:lvl8pPr>
            <a:lvl9pPr marL="856993" indent="-856993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</p:spTree>
    <p:extLst>
      <p:ext uri="{BB962C8B-B14F-4D97-AF65-F5344CB8AC3E}">
        <p14:creationId xmlns:p14="http://schemas.microsoft.com/office/powerpoint/2010/main" val="2945419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>
          <a:xfrm>
            <a:off x="503870" y="505381"/>
            <a:ext cx="7371254" cy="369332"/>
          </a:xfrm>
        </p:spPr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8E82BE2B-69B2-5121-2AA4-8473C53F0C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3870" y="1548001"/>
            <a:ext cx="7371254" cy="4805175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1924">
              <a:defRPr lang="en-US" sz="14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664" indent="-285664">
              <a:defRPr/>
            </a:lvl3pPr>
            <a:lvl4pPr marL="251924" indent="-251924">
              <a:defRPr/>
            </a:lvl4pPr>
            <a:lvl5pPr marL="285664" indent="-285664">
              <a:defRPr/>
            </a:lvl5pPr>
            <a:lvl6pPr marL="251924" indent="-251924">
              <a:defRPr/>
            </a:lvl6pPr>
            <a:lvl7pPr marL="171399" indent="-171399">
              <a:defRPr/>
            </a:lvl7pPr>
            <a:lvl8pPr marL="251924" indent="-251924">
              <a:defRPr/>
            </a:lvl8pPr>
            <a:lvl9pPr marL="856993" indent="-856993">
              <a:defRPr/>
            </a:lvl9pPr>
          </a:lstStyle>
          <a:p>
            <a:pPr lvl="0"/>
            <a:r>
              <a:rPr lang="en-US"/>
              <a:t>Agenda Item/Divider Headline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0D0982-D686-0C55-3C20-38CF602654D3}"/>
              </a:ext>
            </a:extLst>
          </p:cNvPr>
          <p:cNvSpPr/>
          <p:nvPr/>
        </p:nvSpPr>
        <p:spPr>
          <a:xfrm>
            <a:off x="8125885" y="0"/>
            <a:ext cx="4066115" cy="6858000"/>
          </a:xfrm>
          <a:prstGeom prst="rect">
            <a:avLst/>
          </a:prstGeom>
          <a:solidFill>
            <a:srgbClr val="002A86"/>
          </a:solidFill>
          <a:ln w="12700">
            <a:noFill/>
            <a:headEnd type="none" w="med" len="med"/>
            <a:tailEnd type="none" w="med" len="med"/>
          </a:ln>
          <a:effectLst>
            <a:outerShdw blurRad="50800" dir="2700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182689" tIns="146152" rIns="182689" bIns="14615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1493" fontAlgn="base">
              <a:spcBef>
                <a:spcPct val="0"/>
              </a:spcBef>
              <a:spcAft>
                <a:spcPct val="0"/>
              </a:spcAft>
            </a:pPr>
            <a:endParaRPr lang="en-US" sz="1400" kern="0">
              <a:gradFill>
                <a:gsLst>
                  <a:gs pos="0">
                    <a:srgbClr val="002A86"/>
                  </a:gs>
                  <a:gs pos="100000">
                    <a:srgbClr val="002A86"/>
                  </a:gs>
                </a:gsLst>
                <a:lin ang="2700000" scaled="1"/>
              </a:gradFill>
              <a:latin typeface="72 Brand Medium" panose="020B0504030603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5AD2A09-250F-1ADC-43C7-571E869ACEFC}"/>
              </a:ext>
            </a:extLst>
          </p:cNvPr>
          <p:cNvGrpSpPr/>
          <p:nvPr userDrawn="1"/>
        </p:nvGrpSpPr>
        <p:grpSpPr>
          <a:xfrm>
            <a:off x="8828964" y="-1"/>
            <a:ext cx="2895062" cy="6858001"/>
            <a:chOff x="8712092" y="-1"/>
            <a:chExt cx="2895816" cy="6858001"/>
          </a:xfrm>
        </p:grpSpPr>
        <p:sp>
          <p:nvSpPr>
            <p:cNvPr id="7" name="Freeform 139">
              <a:extLst>
                <a:ext uri="{FF2B5EF4-FFF2-40B4-BE49-F238E27FC236}">
                  <a16:creationId xmlns:a16="http://schemas.microsoft.com/office/drawing/2014/main" id="{D7B725F3-3056-4C67-EF57-4A180708DEBC}"/>
                </a:ext>
              </a:extLst>
            </p:cNvPr>
            <p:cNvSpPr/>
            <p:nvPr/>
          </p:nvSpPr>
          <p:spPr>
            <a:xfrm>
              <a:off x="8712092" y="1728123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327"/>
              <a:endParaRPr lang="en-US" sz="2099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Freeform 139">
              <a:extLst>
                <a:ext uri="{FF2B5EF4-FFF2-40B4-BE49-F238E27FC236}">
                  <a16:creationId xmlns:a16="http://schemas.microsoft.com/office/drawing/2014/main" id="{9D919D45-FC03-6DF6-A534-7F09777CF3DA}"/>
                </a:ext>
              </a:extLst>
            </p:cNvPr>
            <p:cNvSpPr/>
            <p:nvPr/>
          </p:nvSpPr>
          <p:spPr>
            <a:xfrm>
              <a:off x="8712092" y="3682186"/>
              <a:ext cx="2895816" cy="1447692"/>
            </a:xfrm>
            <a:custGeom>
              <a:avLst/>
              <a:gdLst>
                <a:gd name="connsiteX0" fmla="*/ 3258914 w 3582451"/>
                <a:gd name="connsiteY0" fmla="*/ 133987 h 1790958"/>
                <a:gd name="connsiteX1" fmla="*/ 1735702 w 3582451"/>
                <a:gd name="connsiteY1" fmla="*/ 1656971 h 1790958"/>
                <a:gd name="connsiteX2" fmla="*/ 134007 w 3582451"/>
                <a:gd name="connsiteY2" fmla="*/ 1656971 h 1790958"/>
                <a:gd name="connsiteX3" fmla="*/ 134007 w 3582451"/>
                <a:gd name="connsiteY3" fmla="*/ 133987 h 1790958"/>
                <a:gd name="connsiteX4" fmla="*/ 3258914 w 3582451"/>
                <a:gd name="connsiteY4" fmla="*/ 133987 h 1790958"/>
                <a:gd name="connsiteX5" fmla="*/ 3582451 w 3582451"/>
                <a:gd name="connsiteY5" fmla="*/ 0 h 1790958"/>
                <a:gd name="connsiteX6" fmla="*/ 0 w 3582451"/>
                <a:gd name="connsiteY6" fmla="*/ 0 h 1790958"/>
                <a:gd name="connsiteX7" fmla="*/ 0 w 3582451"/>
                <a:gd name="connsiteY7" fmla="*/ 1790958 h 1790958"/>
                <a:gd name="connsiteX8" fmla="*/ 1791226 w 3582451"/>
                <a:gd name="connsiteY8" fmla="*/ 1790958 h 1790958"/>
                <a:gd name="connsiteX9" fmla="*/ 3582451 w 3582451"/>
                <a:gd name="connsiteY9" fmla="*/ 0 h 1790958"/>
                <a:gd name="connsiteX10" fmla="*/ 3582451 w 3582451"/>
                <a:gd name="connsiteY10" fmla="*/ 0 h 179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582451" h="1790958">
                  <a:moveTo>
                    <a:pt x="3258914" y="133987"/>
                  </a:moveTo>
                  <a:lnTo>
                    <a:pt x="1735702" y="1656971"/>
                  </a:lnTo>
                  <a:lnTo>
                    <a:pt x="134007" y="1656971"/>
                  </a:lnTo>
                  <a:lnTo>
                    <a:pt x="134007" y="133987"/>
                  </a:lnTo>
                  <a:lnTo>
                    <a:pt x="3258914" y="133987"/>
                  </a:lnTo>
                  <a:moveTo>
                    <a:pt x="3582451" y="0"/>
                  </a:moveTo>
                  <a:lnTo>
                    <a:pt x="0" y="0"/>
                  </a:lnTo>
                  <a:lnTo>
                    <a:pt x="0" y="1790958"/>
                  </a:lnTo>
                  <a:lnTo>
                    <a:pt x="1791226" y="1790958"/>
                  </a:lnTo>
                  <a:lnTo>
                    <a:pt x="3582451" y="0"/>
                  </a:lnTo>
                  <a:lnTo>
                    <a:pt x="3582451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defTabSz="1088327"/>
              <a:endParaRPr lang="en-US" sz="2099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0A876687-243B-0F88-E4A6-6D6D20F0B90B}"/>
                </a:ext>
              </a:extLst>
            </p:cNvPr>
            <p:cNvSpPr/>
            <p:nvPr userDrawn="1"/>
          </p:nvSpPr>
          <p:spPr bwMode="gray">
            <a:xfrm>
              <a:off x="8712092" y="-1"/>
              <a:ext cx="2669842" cy="1221752"/>
            </a:xfrm>
            <a:custGeom>
              <a:avLst/>
              <a:gdLst>
                <a:gd name="connsiteX0" fmla="*/ 0 w 2669842"/>
                <a:gd name="connsiteY0" fmla="*/ 0 h 1221752"/>
                <a:gd name="connsiteX1" fmla="*/ 108322 w 2669842"/>
                <a:gd name="connsiteY1" fmla="*/ 0 h 1221752"/>
                <a:gd name="connsiteX2" fmla="*/ 108322 w 2669842"/>
                <a:gd name="connsiteY2" fmla="*/ 1113446 h 1221752"/>
                <a:gd name="connsiteX3" fmla="*/ 1403026 w 2669842"/>
                <a:gd name="connsiteY3" fmla="*/ 1113446 h 1221752"/>
                <a:gd name="connsiteX4" fmla="*/ 2516638 w 2669842"/>
                <a:gd name="connsiteY4" fmla="*/ 0 h 1221752"/>
                <a:gd name="connsiteX5" fmla="*/ 2669842 w 2669842"/>
                <a:gd name="connsiteY5" fmla="*/ 0 h 1221752"/>
                <a:gd name="connsiteX6" fmla="*/ 1447908 w 2669842"/>
                <a:gd name="connsiteY6" fmla="*/ 1221752 h 1221752"/>
                <a:gd name="connsiteX7" fmla="*/ 0 w 2669842"/>
                <a:gd name="connsiteY7" fmla="*/ 1221752 h 1221752"/>
                <a:gd name="connsiteX8" fmla="*/ 0 w 2669842"/>
                <a:gd name="connsiteY8" fmla="*/ 0 h 12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9842" h="1221752">
                  <a:moveTo>
                    <a:pt x="0" y="0"/>
                  </a:moveTo>
                  <a:lnTo>
                    <a:pt x="108322" y="0"/>
                  </a:lnTo>
                  <a:lnTo>
                    <a:pt x="108322" y="1113446"/>
                  </a:lnTo>
                  <a:lnTo>
                    <a:pt x="1403026" y="1113446"/>
                  </a:lnTo>
                  <a:lnTo>
                    <a:pt x="2516638" y="0"/>
                  </a:lnTo>
                  <a:lnTo>
                    <a:pt x="2669842" y="0"/>
                  </a:lnTo>
                  <a:lnTo>
                    <a:pt x="1447908" y="1221752"/>
                  </a:lnTo>
                  <a:lnTo>
                    <a:pt x="0" y="1221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327"/>
              <a:endParaRPr lang="en-DE" sz="1799" noProof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33" name="Free-form: Shape 32">
              <a:extLst>
                <a:ext uri="{FF2B5EF4-FFF2-40B4-BE49-F238E27FC236}">
                  <a16:creationId xmlns:a16="http://schemas.microsoft.com/office/drawing/2014/main" id="{6A6C2A84-BDA9-F161-B462-F84F02753B0F}"/>
                </a:ext>
              </a:extLst>
            </p:cNvPr>
            <p:cNvSpPr/>
            <p:nvPr userDrawn="1"/>
          </p:nvSpPr>
          <p:spPr bwMode="gray">
            <a:xfrm>
              <a:off x="8712092" y="5636249"/>
              <a:ext cx="2895816" cy="1221751"/>
            </a:xfrm>
            <a:custGeom>
              <a:avLst/>
              <a:gdLst>
                <a:gd name="connsiteX0" fmla="*/ 0 w 2895816"/>
                <a:gd name="connsiteY0" fmla="*/ 0 h 1221751"/>
                <a:gd name="connsiteX1" fmla="*/ 2895816 w 2895816"/>
                <a:gd name="connsiteY1" fmla="*/ 0 h 1221751"/>
                <a:gd name="connsiteX2" fmla="*/ 1673884 w 2895816"/>
                <a:gd name="connsiteY2" fmla="*/ 1221751 h 1221751"/>
                <a:gd name="connsiteX3" fmla="*/ 1520680 w 2895816"/>
                <a:gd name="connsiteY3" fmla="*/ 1221751 h 1221751"/>
                <a:gd name="connsiteX4" fmla="*/ 2634290 w 2895816"/>
                <a:gd name="connsiteY4" fmla="*/ 108306 h 1221751"/>
                <a:gd name="connsiteX5" fmla="*/ 108323 w 2895816"/>
                <a:gd name="connsiteY5" fmla="*/ 108306 h 1221751"/>
                <a:gd name="connsiteX6" fmla="*/ 108323 w 2895816"/>
                <a:gd name="connsiteY6" fmla="*/ 1221751 h 1221751"/>
                <a:gd name="connsiteX7" fmla="*/ 0 w 2895816"/>
                <a:gd name="connsiteY7" fmla="*/ 1221751 h 1221751"/>
                <a:gd name="connsiteX8" fmla="*/ 0 w 2895816"/>
                <a:gd name="connsiteY8" fmla="*/ 0 h 1221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95816" h="1221751">
                  <a:moveTo>
                    <a:pt x="0" y="0"/>
                  </a:moveTo>
                  <a:lnTo>
                    <a:pt x="2895816" y="0"/>
                  </a:lnTo>
                  <a:lnTo>
                    <a:pt x="1673884" y="1221751"/>
                  </a:lnTo>
                  <a:lnTo>
                    <a:pt x="1520680" y="1221751"/>
                  </a:lnTo>
                  <a:lnTo>
                    <a:pt x="2634290" y="108306"/>
                  </a:lnTo>
                  <a:lnTo>
                    <a:pt x="108323" y="108306"/>
                  </a:lnTo>
                  <a:lnTo>
                    <a:pt x="108323" y="1221751"/>
                  </a:lnTo>
                  <a:lnTo>
                    <a:pt x="0" y="1221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90FF"/>
            </a:solidFill>
            <a:ln w="44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 defTabSz="1088327"/>
              <a:endParaRPr lang="en-DE" sz="1799" noProof="0" err="1">
                <a:solidFill>
                  <a:srgbClr val="000000"/>
                </a:solidFill>
                <a:latin typeface="72 Brand" panose="020B05040306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6474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0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3090446"/>
            <a:ext cx="11182288" cy="677108"/>
          </a:xfrm>
        </p:spPr>
        <p:txBody>
          <a:bodyPr anchor="ctr" anchorCtr="0">
            <a:noAutofit/>
          </a:bodyPr>
          <a:lstStyle>
            <a:lvl1pPr>
              <a:defRPr sz="4399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043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B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F6F4229-C80F-03D8-379E-5395A9D910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3108" y="2305050"/>
            <a:ext cx="4743802" cy="685800"/>
          </a:xfrm>
        </p:spPr>
        <p:txBody>
          <a:bodyPr>
            <a:noAutofit/>
          </a:bodyPr>
          <a:lstStyle>
            <a:lvl1pPr marL="0" indent="0">
              <a:buNone/>
              <a:defRPr sz="3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subtitle</a:t>
            </a:r>
          </a:p>
        </p:txBody>
      </p:sp>
      <p:sp>
        <p:nvSpPr>
          <p:cNvPr id="4" name="Divider text">
            <a:extLst>
              <a:ext uri="{FF2B5EF4-FFF2-40B4-BE49-F238E27FC236}">
                <a16:creationId xmlns:a16="http://schemas.microsoft.com/office/drawing/2014/main" id="{6F90880B-34A2-54BD-E54C-D9BEA8FA68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503108" y="1341438"/>
            <a:ext cx="11182288" cy="677108"/>
          </a:xfrm>
        </p:spPr>
        <p:txBody>
          <a:bodyPr anchor="ctr" anchorCtr="0">
            <a:noAutofit/>
          </a:bodyPr>
          <a:lstStyle>
            <a:lvl1pPr marL="0" algn="l" defTabSz="1088231" rtl="0" eaLnBrk="1" latinLnBrk="0" hangingPunct="1">
              <a:spcBef>
                <a:spcPct val="0"/>
              </a:spcBef>
              <a:buNone/>
              <a:defRPr lang="de-DE" sz="4399" b="0" i="0" kern="1200" baseline="0" dirty="0">
                <a:solidFill>
                  <a:schemeClr val="bg1"/>
                </a:solidFill>
                <a:latin typeface="+mj-lt"/>
                <a:ea typeface="+mj-ea"/>
                <a:cs typeface="72" panose="020B0503030000000003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6558-3EEE-080B-A240-E7C3F5ABB8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98684" y="2409572"/>
            <a:ext cx="6088623" cy="30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4680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84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2000" cy="3430800"/>
          </a:xfrm>
          <a:noFill/>
        </p:spPr>
        <p:txBody>
          <a:bodyPr tIns="324000"/>
          <a:lstStyle>
            <a:lvl1pPr marL="0" marR="0" indent="0" algn="ctr" defTabSz="108823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23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1375046"/>
            <a:ext cx="11182288" cy="677108"/>
          </a:xfrm>
        </p:spPr>
        <p:txBody>
          <a:bodyPr anchor="t" anchorCtr="0">
            <a:noAutofit/>
          </a:bodyPr>
          <a:lstStyle>
            <a:lvl1pPr>
              <a:defRPr sz="4399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969076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nvil" descr="preencoded.png">
            <a:extLst>
              <a:ext uri="{FF2B5EF4-FFF2-40B4-BE49-F238E27FC236}">
                <a16:creationId xmlns:a16="http://schemas.microsoft.com/office/drawing/2014/main" id="{3DD38521-14BF-F5D9-2930-AE3A04ABFA30}"/>
              </a:ext>
            </a:extLst>
          </p:cNvPr>
          <p:cNvSpPr>
            <a:spLocks noChangeAspect="1"/>
          </p:cNvSpPr>
          <p:nvPr userDrawn="1"/>
        </p:nvSpPr>
        <p:spPr>
          <a:xfrm>
            <a:off x="2725479" y="1767939"/>
            <a:ext cx="6737867" cy="332212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D1E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algn="ctr" defTabSz="1088548">
              <a:defRPr/>
            </a:pPr>
            <a:r>
              <a:rPr lang="en-US" sz="1799">
                <a:noFill/>
                <a:latin typeface="72 Brand" panose="020B0504030603020204" pitchFamily="34" charset="0"/>
              </a:rPr>
              <a:t>1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107" y="3090446"/>
            <a:ext cx="11184199" cy="677108"/>
          </a:xfrm>
        </p:spPr>
        <p:txBody>
          <a:bodyPr anchor="ctr" anchorCtr="0">
            <a:noAutofit/>
          </a:bodyPr>
          <a:lstStyle>
            <a:lvl1pPr>
              <a:defRPr sz="4399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04106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72 Brand Medium" panose="020B0504030603020204" pitchFamily="34" charset="0"/>
              </a:defRPr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17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1"/>
            <a:ext cx="11183565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0"/>
            <a:ext cx="11183564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2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5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223856" y="1548001"/>
            <a:ext cx="54635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1"/>
            <a:ext cx="5463577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83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4361" y="1548000"/>
            <a:ext cx="3563072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4115" y="1548000"/>
            <a:ext cx="3563072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0"/>
            <a:ext cx="3563072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34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219793" y="4770001"/>
            <a:ext cx="5467640" cy="1583175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223856" y="1548000"/>
            <a:ext cx="5463577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4770001"/>
            <a:ext cx="5463577" cy="1583175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548000"/>
            <a:ext cx="5463577" cy="279259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10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750">
          <p15:clr>
            <a:srgbClr val="FBAE40"/>
          </p15:clr>
        </p15:guide>
        <p15:guide id="6" orient="horz" pos="30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5884" y="4354922"/>
            <a:ext cx="3561550" cy="1998253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125884" y="1548000"/>
            <a:ext cx="3561550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13701" y="4354922"/>
            <a:ext cx="3559836" cy="1998253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313703" y="1548000"/>
            <a:ext cx="3559835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4354922"/>
            <a:ext cx="3559073" cy="1998253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548000"/>
            <a:ext cx="3559073" cy="2294662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81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970">
          <p15:clr>
            <a:srgbClr val="FBAE40"/>
          </p15:clr>
        </p15:guide>
        <p15:guide id="10" orient="horz" pos="2428">
          <p15:clr>
            <a:srgbClr val="FBAE40"/>
          </p15:clr>
        </p15:guide>
        <p15:guide id="11" orient="horz" pos="274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097230" y="3877201"/>
            <a:ext cx="2590204" cy="2475975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078137" y="1548000"/>
            <a:ext cx="260929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232776" y="3877201"/>
            <a:ext cx="2590204" cy="2475975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19794" y="1548000"/>
            <a:ext cx="260599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368323" y="3877201"/>
            <a:ext cx="2590204" cy="2475975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361450" y="1548000"/>
            <a:ext cx="2605996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3877201"/>
            <a:ext cx="2590204" cy="2475975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8" y="1548000"/>
            <a:ext cx="2605235" cy="1871663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 or pictogram</a:t>
            </a:r>
            <a:endParaRPr lang="de-DE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3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44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59" y="0"/>
            <a:ext cx="4066941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867" y="1548001"/>
            <a:ext cx="7369670" cy="48051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0"/>
            <a:ext cx="736967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52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2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54268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19793" y="1557339"/>
            <a:ext cx="5467640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548000"/>
            <a:ext cx="5463577" cy="480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31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3869" y="1548001"/>
            <a:ext cx="11182288" cy="4805175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8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7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D1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nvil" descr="preencoded.png">
            <a:extLst>
              <a:ext uri="{FF2B5EF4-FFF2-40B4-BE49-F238E27FC236}">
                <a16:creationId xmlns:a16="http://schemas.microsoft.com/office/drawing/2014/main" id="{C4FED2BE-6259-64CE-562B-46975C5747E1}"/>
              </a:ext>
            </a:extLst>
          </p:cNvPr>
          <p:cNvSpPr/>
          <p:nvPr userDrawn="1"/>
        </p:nvSpPr>
        <p:spPr>
          <a:xfrm>
            <a:off x="2409198" y="1543050"/>
            <a:ext cx="8059001" cy="3973513"/>
          </a:xfrm>
          <a:custGeom>
            <a:avLst/>
            <a:gdLst>
              <a:gd name="connsiteX0" fmla="*/ 0 w 8851917"/>
              <a:gd name="connsiteY0" fmla="*/ 0 h 4363327"/>
              <a:gd name="connsiteX1" fmla="*/ 0 w 8851917"/>
              <a:gd name="connsiteY1" fmla="*/ 4363327 h 4363327"/>
              <a:gd name="connsiteX2" fmla="*/ 4498517 w 8851917"/>
              <a:gd name="connsiteY2" fmla="*/ 4363327 h 4363327"/>
              <a:gd name="connsiteX3" fmla="*/ 8851917 w 8851917"/>
              <a:gd name="connsiteY3" fmla="*/ 0 h 4363327"/>
              <a:gd name="connsiteX4" fmla="*/ 0 w 8851917"/>
              <a:gd name="connsiteY4" fmla="*/ 0 h 4363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51917" h="4363327">
                <a:moveTo>
                  <a:pt x="0" y="0"/>
                </a:moveTo>
                <a:lnTo>
                  <a:pt x="0" y="4363327"/>
                </a:lnTo>
                <a:lnTo>
                  <a:pt x="4498517" y="4363327"/>
                </a:lnTo>
                <a:lnTo>
                  <a:pt x="8851917" y="0"/>
                </a:lnTo>
                <a:lnTo>
                  <a:pt x="0" y="0"/>
                </a:lnTo>
                <a:close/>
              </a:path>
            </a:pathLst>
          </a:custGeom>
          <a:solidFill>
            <a:srgbClr val="89D1FF"/>
          </a:solidFill>
          <a:ln w="1523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799" b="0" i="0">
              <a:latin typeface="72 Brand" panose="020B0504030603020204" pitchFamily="34" charset="0"/>
            </a:endParaRP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359" y="3256398"/>
            <a:ext cx="9279695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599" b="0" i="0">
                <a:solidFill>
                  <a:schemeClr val="tx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“Add Quote”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45BB20-CC77-71AE-A785-DCD42C2AEC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9198" y="5832475"/>
            <a:ext cx="8325857" cy="5207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GB"/>
              <a:t>Speaker,</a:t>
            </a:r>
          </a:p>
          <a:p>
            <a:pPr lvl="0"/>
            <a:r>
              <a:rPr lang="en-GB"/>
              <a:t>Company, Role</a:t>
            </a:r>
            <a:endParaRPr lang="en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108" y="503238"/>
            <a:ext cx="11181025" cy="370800"/>
          </a:xfrm>
        </p:spPr>
        <p:txBody>
          <a:bodyPr/>
          <a:lstStyle>
            <a:lvl1pPr>
              <a:defRPr sz="2399"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3201" y="6536752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2316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3475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 &amp; A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729E6C33-847C-5792-E2BD-5963C662E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8" y="2781300"/>
            <a:ext cx="4764434" cy="646112"/>
          </a:xfr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599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What's On Your Mind?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96E6B39-45BC-B141-4D4B-63CD006D46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3108" y="503238"/>
            <a:ext cx="11181025" cy="3708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72 Brand Medium" panose="020B0604030603020204" pitchFamily="34" charset="0"/>
              </a:defRPr>
            </a:lvl1pPr>
          </a:lstStyle>
          <a:p>
            <a:pPr lvl="0"/>
            <a:r>
              <a:rPr lang="en-GB"/>
              <a:t>Insert page title (sentence case)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5F0AAD8A-B1FC-600E-7D99-98736F5CDDB9}"/>
              </a:ext>
            </a:extLst>
          </p:cNvPr>
          <p:cNvSpPr txBox="1"/>
          <p:nvPr userDrawn="1"/>
        </p:nvSpPr>
        <p:spPr bwMode="black">
          <a:xfrm>
            <a:off x="11543201" y="6536752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ED969-77E2-26AA-CB6C-CBBE1D0882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108" y="3725639"/>
            <a:ext cx="4764434" cy="39392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n-GB"/>
              <a:t>You Ask, We Answer.</a:t>
            </a:r>
          </a:p>
        </p:txBody>
      </p:sp>
      <p:sp>
        <p:nvSpPr>
          <p:cNvPr id="15" name="Freeform 139">
            <a:extLst>
              <a:ext uri="{FF2B5EF4-FFF2-40B4-BE49-F238E27FC236}">
                <a16:creationId xmlns:a16="http://schemas.microsoft.com/office/drawing/2014/main" id="{56FC0E0D-AC3F-5FC3-96B0-FC51FA509DAC}"/>
              </a:ext>
            </a:extLst>
          </p:cNvPr>
          <p:cNvSpPr>
            <a:spLocks noChangeAspect="1"/>
          </p:cNvSpPr>
          <p:nvPr userDrawn="1"/>
        </p:nvSpPr>
        <p:spPr>
          <a:xfrm>
            <a:off x="5969034" y="1931313"/>
            <a:ext cx="5658570" cy="2829600"/>
          </a:xfrm>
          <a:custGeom>
            <a:avLst/>
            <a:gdLst>
              <a:gd name="connsiteX0" fmla="*/ 3258914 w 3582451"/>
              <a:gd name="connsiteY0" fmla="*/ 133987 h 1790958"/>
              <a:gd name="connsiteX1" fmla="*/ 1735702 w 3582451"/>
              <a:gd name="connsiteY1" fmla="*/ 1656971 h 1790958"/>
              <a:gd name="connsiteX2" fmla="*/ 134007 w 3582451"/>
              <a:gd name="connsiteY2" fmla="*/ 1656971 h 1790958"/>
              <a:gd name="connsiteX3" fmla="*/ 134007 w 3582451"/>
              <a:gd name="connsiteY3" fmla="*/ 133987 h 1790958"/>
              <a:gd name="connsiteX4" fmla="*/ 3258914 w 3582451"/>
              <a:gd name="connsiteY4" fmla="*/ 133987 h 1790958"/>
              <a:gd name="connsiteX5" fmla="*/ 3582451 w 3582451"/>
              <a:gd name="connsiteY5" fmla="*/ 0 h 1790958"/>
              <a:gd name="connsiteX6" fmla="*/ 0 w 3582451"/>
              <a:gd name="connsiteY6" fmla="*/ 0 h 1790958"/>
              <a:gd name="connsiteX7" fmla="*/ 0 w 3582451"/>
              <a:gd name="connsiteY7" fmla="*/ 1790958 h 1790958"/>
              <a:gd name="connsiteX8" fmla="*/ 1791226 w 3582451"/>
              <a:gd name="connsiteY8" fmla="*/ 1790958 h 1790958"/>
              <a:gd name="connsiteX9" fmla="*/ 3582451 w 3582451"/>
              <a:gd name="connsiteY9" fmla="*/ 0 h 1790958"/>
              <a:gd name="connsiteX10" fmla="*/ 3582451 w 3582451"/>
              <a:gd name="connsiteY10" fmla="*/ 0 h 1790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82451" h="1790958">
                <a:moveTo>
                  <a:pt x="3258914" y="133987"/>
                </a:moveTo>
                <a:lnTo>
                  <a:pt x="1735702" y="1656971"/>
                </a:lnTo>
                <a:lnTo>
                  <a:pt x="134007" y="1656971"/>
                </a:lnTo>
                <a:lnTo>
                  <a:pt x="134007" y="133987"/>
                </a:lnTo>
                <a:lnTo>
                  <a:pt x="3258914" y="133987"/>
                </a:lnTo>
                <a:moveTo>
                  <a:pt x="3582451" y="0"/>
                </a:moveTo>
                <a:lnTo>
                  <a:pt x="0" y="0"/>
                </a:lnTo>
                <a:lnTo>
                  <a:pt x="0" y="1790958"/>
                </a:lnTo>
                <a:lnTo>
                  <a:pt x="1791226" y="1790958"/>
                </a:lnTo>
                <a:lnTo>
                  <a:pt x="3582451" y="0"/>
                </a:lnTo>
                <a:lnTo>
                  <a:pt x="3582451" y="0"/>
                </a:lnTo>
                <a:close/>
              </a:path>
            </a:pathLst>
          </a:custGeom>
          <a:solidFill>
            <a:srgbClr val="D1EFFF"/>
          </a:solidFill>
          <a:ln w="4467" cap="flat">
            <a:noFill/>
            <a:prstDash val="solid"/>
            <a:miter/>
          </a:ln>
        </p:spPr>
        <p:txBody>
          <a:bodyPr rtlCol="0" anchor="ctr"/>
          <a:lstStyle/>
          <a:p>
            <a:pPr defTabSz="1088327"/>
            <a:endParaRPr lang="en-US" sz="2099">
              <a:solidFill>
                <a:srgbClr val="000000"/>
              </a:solidFill>
              <a:latin typeface="72 Brand" panose="020B05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552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341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323">
          <p15:clr>
            <a:srgbClr val="FBAE40"/>
          </p15:clr>
        </p15:guide>
        <p15:guide id="9" orient="horz" pos="55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107" y="2905126"/>
            <a:ext cx="1836563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449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b="0" i="0">
                <a:latin typeface="+mn-lt"/>
              </a:rPr>
              <a:t>Contact information: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92DE12-4084-77D2-FD2A-8E63F6FBE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107" y="1543050"/>
            <a:ext cx="5464339" cy="846386"/>
          </a:xfrm>
        </p:spPr>
        <p:txBody>
          <a:bodyPr/>
          <a:lstStyle>
            <a:lvl1pPr>
              <a:defRPr sz="5498" b="0" i="0">
                <a:latin typeface="72 Brand Medium" panose="020B0504030603020204" pitchFamily="34" charset="0"/>
              </a:defRPr>
            </a:lvl1pPr>
          </a:lstStyle>
          <a:p>
            <a:r>
              <a:rPr lang="en-GB"/>
              <a:t>Thank you.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C865E-BEC1-EE4C-E61C-369AEE2DFC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817" y="5990000"/>
            <a:ext cx="3505490" cy="360000"/>
          </a:xfrm>
          <a:prstGeom prst="rect">
            <a:avLst/>
          </a:prstGeom>
        </p:spPr>
      </p:pic>
      <p:sp>
        <p:nvSpPr>
          <p:cNvPr id="2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565E87ED-3DFA-D2CD-24E2-199538EC4F11}"/>
              </a:ext>
            </a:extLst>
          </p:cNvPr>
          <p:cNvSpPr txBox="1">
            <a:spLocks/>
          </p:cNvSpPr>
          <p:nvPr userDrawn="1"/>
        </p:nvSpPr>
        <p:spPr>
          <a:xfrm>
            <a:off x="503869" y="6145872"/>
            <a:ext cx="6702266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>
                <a:latin typeface="72 Brand" panose="020B0504030603020204" pitchFamily="34" charset="0"/>
                <a:cs typeface="Arial" panose="020B0604020202020204" pitchFamily="34" charset="0"/>
              </a:rPr>
              <a:t>© </a:t>
            </a:r>
            <a:fld id="{580B695F-790D-4A7B-8DB0-BF4DCB714F9E}" type="datetimeyyyy">
              <a:rPr lang="en-GB" sz="600" smtClean="0">
                <a:latin typeface="72 Brand" panose="020B0504030603020204" pitchFamily="34" charset="0"/>
              </a:rPr>
              <a:t>2026</a:t>
            </a:fld>
            <a:r>
              <a:rPr lang="en-GB" sz="600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 sz="600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4940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orient="horz" pos="970">
          <p15:clr>
            <a:srgbClr val="FBAE40"/>
          </p15:clr>
        </p15:guide>
        <p15:guide id="4" orient="horz" pos="183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4024430"/>
            <a:ext cx="10896336" cy="998420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5498" b="0" i="0" dirty="0">
                <a:latin typeface="72 Brand Medium" panose="020B0504030603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12192000" cy="3430800"/>
          </a:xfrm>
        </p:spPr>
        <p:txBody>
          <a:bodyPr anchor="ctr" anchorCtr="0"/>
          <a:lstStyle>
            <a:lvl1pPr marL="0" marR="0" indent="0" algn="ctr" defTabSz="1088231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lvl1pPr>
          </a:lstStyle>
          <a:p>
            <a:pPr marL="0" marR="0" lvl="0" indent="0" algn="ctr" defTabSz="1088231" rtl="0" eaLnBrk="1" fontAlgn="auto" latinLnBrk="0" hangingPunct="1">
              <a:lnSpc>
                <a:spcPct val="100000"/>
              </a:lnSpc>
              <a:spcBef>
                <a:spcPts val="1799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/>
              <a:t>Click to insert 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8F6905-A0D4-DA0D-B1C3-892DEA90CF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81817" y="5990000"/>
            <a:ext cx="3505490" cy="360000"/>
          </a:xfrm>
          <a:prstGeom prst="rect">
            <a:avLst/>
          </a:prstGeom>
        </p:spPr>
      </p:pic>
      <p:sp>
        <p:nvSpPr>
          <p:cNvPr id="5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C0F15E99-C02F-C566-8827-500E6A9C1D4E}"/>
              </a:ext>
            </a:extLst>
          </p:cNvPr>
          <p:cNvSpPr txBox="1">
            <a:spLocks/>
          </p:cNvSpPr>
          <p:nvPr userDrawn="1"/>
        </p:nvSpPr>
        <p:spPr>
          <a:xfrm>
            <a:off x="503869" y="6145872"/>
            <a:ext cx="6702266" cy="208122"/>
          </a:xfrm>
          <a:prstGeom prst="rect">
            <a:avLst/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>
                <a:latin typeface="72 Brand" panose="020B0504030603020204" pitchFamily="34" charset="0"/>
                <a:cs typeface="Arial" panose="020B0604020202020204" pitchFamily="34" charset="0"/>
              </a:rPr>
              <a:t>© </a:t>
            </a:r>
            <a:fld id="{C0321556-B0C7-40B5-B24D-A3A0B615DFFF}" type="datetimeyyyy">
              <a:rPr lang="en-GB" sz="600" smtClean="0">
                <a:latin typeface="72 Brand" panose="020B0504030603020204" pitchFamily="34" charset="0"/>
              </a:rPr>
              <a:t>2026</a:t>
            </a:fld>
            <a:r>
              <a:rPr lang="en-GB" sz="600">
                <a:latin typeface="72 Brand" panose="020B0504030603020204" pitchFamily="34" charset="0"/>
              </a:rPr>
              <a:t> SAP SE or an SAP affiliate company. All rights reserved. See Legal Notice on www.sap.com/legal-notice for use terms, disclaimers, disclosures, or restrictions related to this material.</a:t>
            </a:r>
            <a:endParaRPr lang="en-US" sz="600">
              <a:latin typeface="72 Brand" panose="020B0504030603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C35C5B-3872-7864-2787-0C648AA99BB6}"/>
              </a:ext>
            </a:extLst>
          </p:cNvPr>
          <p:cNvSpPr/>
          <p:nvPr userDrawn="1"/>
        </p:nvSpPr>
        <p:spPr bwMode="gray">
          <a:xfrm>
            <a:off x="11293709" y="6494825"/>
            <a:ext cx="898291" cy="360000"/>
          </a:xfrm>
          <a:prstGeom prst="rect">
            <a:avLst/>
          </a:prstGeom>
          <a:solidFill>
            <a:schemeClr val="bg1"/>
          </a:solidFill>
          <a:ln w="28575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0394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162">
          <p15:clr>
            <a:srgbClr val="FBAE40"/>
          </p15:clr>
        </p15:guide>
        <p15:guide id="4" pos="326">
          <p15:clr>
            <a:srgbClr val="A4A3A4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43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0796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TIPS &amp; TRI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8A4BFCE-B81D-CBD1-C182-360E8B61B7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" r="69235" b="-57172"/>
          <a:stretch/>
        </p:blipFill>
        <p:spPr>
          <a:xfrm>
            <a:off x="8281634" y="1604962"/>
            <a:ext cx="343311" cy="5683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B9183E9-C13E-58A0-4347-EB86D2AEA0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606" t="3929"/>
          <a:stretch/>
        </p:blipFill>
        <p:spPr>
          <a:xfrm>
            <a:off x="8127472" y="2073217"/>
            <a:ext cx="651634" cy="347377"/>
          </a:xfrm>
          <a:prstGeom prst="rect">
            <a:avLst/>
          </a:prstGeom>
        </p:spPr>
      </p:pic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104701" y="1142618"/>
            <a:ext cx="2176463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3963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GB" sz="140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Click the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button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in the Templafy pane</a:t>
            </a:r>
            <a:endParaRPr lang="en-GB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You can search for images in the search field.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GB" altLang="da-DK" sz="90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42" name="Text Box 2">
            <a:extLst>
              <a:ext uri="{FF2B5EF4-FFF2-40B4-BE49-F238E27FC236}">
                <a16:creationId xmlns:a16="http://schemas.microsoft.com/office/drawing/2014/main" id="{00AD0EBC-0A41-4B26-9D79-79E0C00BBA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3108" y="1142618"/>
            <a:ext cx="1741489" cy="479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3963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GB" altLang="da-DK" sz="12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SHIFT+TAB</a:t>
            </a:r>
            <a:endParaRPr lang="en-GB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GB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  <a:endParaRPr lang="en-GB" sz="12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Click on the arrow next to </a:t>
            </a:r>
            <a:r>
              <a:rPr lang="en-GB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Layout </a:t>
            </a:r>
            <a:r>
              <a:rPr lang="en-GB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rPr>
              <a:t>to view a dropdown menu of possible slide layouts</a:t>
            </a: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GB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GB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46" name="Picture 29">
            <a:extLst>
              <a:ext uri="{FF2B5EF4-FFF2-40B4-BE49-F238E27FC236}">
                <a16:creationId xmlns:a16="http://schemas.microsoft.com/office/drawing/2014/main" id="{6B35B93D-CCEE-48AF-A769-8729CC05BE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50626" y="2382612"/>
            <a:ext cx="457143" cy="257143"/>
          </a:xfrm>
          <a:prstGeom prst="rect">
            <a:avLst/>
          </a:prstGeom>
        </p:spPr>
      </p:pic>
      <p:pic>
        <p:nvPicPr>
          <p:cNvPr id="55" name="Picture 16">
            <a:extLst>
              <a:ext uri="{FF2B5EF4-FFF2-40B4-BE49-F238E27FC236}">
                <a16:creationId xmlns:a16="http://schemas.microsoft.com/office/drawing/2014/main" id="{A13B127D-1BE4-4C8F-96F6-59C8D10D8F4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50627" y="3852637"/>
            <a:ext cx="328881" cy="505501"/>
          </a:xfrm>
          <a:prstGeom prst="rect">
            <a:avLst/>
          </a:prstGeom>
        </p:spPr>
      </p:pic>
      <p:pic>
        <p:nvPicPr>
          <p:cNvPr id="56" name="Picture 20">
            <a:extLst>
              <a:ext uri="{FF2B5EF4-FFF2-40B4-BE49-F238E27FC236}">
                <a16:creationId xmlns:a16="http://schemas.microsoft.com/office/drawing/2014/main" id="{5730DD9A-26F6-4C14-AE7D-221D2B3F38D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250626" y="5922365"/>
            <a:ext cx="538465" cy="17284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257932" y="4485830"/>
            <a:ext cx="313788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236557" y="1142617"/>
            <a:ext cx="2175669" cy="2769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3963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Insert predefined slides and elements using the Templafy pane. Choose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Slides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 or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Slide elements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Lundbeck Display" panose="020B0402040504020204" pitchFamily="34" charset="0"/>
              </a:rPr>
              <a:t>from the buttons in the Templafy pane on the right side of the screen</a:t>
            </a:r>
            <a:endParaRPr lang="en-GB" altLang="da-DK" sz="900" b="1" noProof="1">
              <a:solidFill>
                <a:srgbClr val="000000"/>
              </a:solidFill>
              <a:latin typeface="+mn-lt"/>
              <a:cs typeface="Lundbeck Display" panose="020B0402040504020204" pitchFamily="34" charset="0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GB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r>
              <a:rPr lang="en-GB" altLang="da-DK" sz="898" b="0" kern="1200" noProof="1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.</a:t>
            </a: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</a:t>
            </a:r>
            <a:br>
              <a:rPr lang="en-GB" sz="12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="0" kern="1200">
                <a:solidFill>
                  <a:srgbClr val="000000"/>
                </a:solidFill>
                <a:latin typeface="+mn-lt"/>
                <a:ea typeface="+mn-ea"/>
                <a:cs typeface="Arial" panose="020B0604020202020204" pitchFamily="34" charset="0"/>
              </a:rPr>
              <a:t>Use the top colors in the Theme Colors or from the Custom Colors</a:t>
            </a:r>
            <a:endParaRPr lang="en-GB" altLang="da-DK" sz="900" b="0" kern="1200" noProof="1">
              <a:solidFill>
                <a:srgbClr val="000000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83AD9C-98AE-450E-B202-15860002D52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2250626" y="4832123"/>
            <a:ext cx="475428" cy="176762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9859" y="6433200"/>
            <a:ext cx="2742486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126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06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17 June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7548" y="6433200"/>
            <a:ext cx="4113729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126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06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0608" y="6433200"/>
            <a:ext cx="335434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126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06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6599777-CEE9-4330-8A6A-3069D39183B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250626" y="3134689"/>
            <a:ext cx="257143" cy="285714"/>
          </a:xfrm>
          <a:prstGeom prst="rect">
            <a:avLst/>
          </a:prstGeom>
        </p:spPr>
      </p:pic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/>
          <a:srcRect l="3901" t="45142" r="62601" b="9046"/>
          <a:stretch/>
        </p:blipFill>
        <p:spPr>
          <a:xfrm>
            <a:off x="5244224" y="3691783"/>
            <a:ext cx="341204" cy="321707"/>
          </a:xfrm>
          <a:prstGeom prst="rect">
            <a:avLst/>
          </a:prstGeom>
        </p:spPr>
      </p:pic>
      <p:sp>
        <p:nvSpPr>
          <p:cNvPr id="28" name="Text Box 3">
            <a:extLst>
              <a:ext uri="{FF2B5EF4-FFF2-40B4-BE49-F238E27FC236}">
                <a16:creationId xmlns:a16="http://schemas.microsoft.com/office/drawing/2014/main" id="{DDCB523A-48A3-4250-B4C1-AF02601BB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79724" y="1142617"/>
            <a:ext cx="2239152" cy="243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12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GB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GB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GB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When presentation is done, open an empty presentation (press Ctrl+N). Copy all slides from presentation, paste them into empty one. This will ensure that there are no extra layouts</a:t>
            </a:r>
          </a:p>
          <a:p>
            <a:pPr eaLnBrk="1" hangingPunct="1">
              <a:lnSpc>
                <a:spcPct val="100000"/>
              </a:lnSpc>
              <a:spcAft>
                <a:spcPts val="600"/>
              </a:spcAft>
              <a:defRPr/>
            </a:pPr>
            <a:endParaRPr lang="en-GB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66EECC-2461-0C49-FFE7-C164DD64926E}"/>
              </a:ext>
            </a:extLst>
          </p:cNvPr>
          <p:cNvGrpSpPr/>
          <p:nvPr userDrawn="1"/>
        </p:nvGrpSpPr>
        <p:grpSpPr>
          <a:xfrm>
            <a:off x="6249642" y="4056806"/>
            <a:ext cx="1322390" cy="2015520"/>
            <a:chOff x="6199540" y="4122121"/>
            <a:chExt cx="1322734" cy="201552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DFE5DB9-990F-7667-F2A7-10A5547095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6221970" y="4122121"/>
              <a:ext cx="1265349" cy="201552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67F39F8-AFAA-4F1A-823C-3AD53FA01A6C}"/>
                </a:ext>
              </a:extLst>
            </p:cNvPr>
            <p:cNvSpPr/>
            <p:nvPr userDrawn="1"/>
          </p:nvSpPr>
          <p:spPr>
            <a:xfrm>
              <a:off x="6199540" y="4135123"/>
              <a:ext cx="1322734" cy="322462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5" err="1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1F8064C-EA32-2695-A62E-0FD19E6488D2}"/>
                </a:ext>
              </a:extLst>
            </p:cNvPr>
            <p:cNvGrpSpPr/>
            <p:nvPr userDrawn="1"/>
          </p:nvGrpSpPr>
          <p:grpSpPr>
            <a:xfrm>
              <a:off x="6264683" y="4489006"/>
              <a:ext cx="1227581" cy="430507"/>
              <a:chOff x="9633073" y="4865213"/>
              <a:chExt cx="1340678" cy="543868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75A4E6E-E1F4-43FD-B8CF-26E4922501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33073" y="4865213"/>
                <a:ext cx="1340678" cy="54386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41D1501F-27A0-4700-9931-9C3FAB584CB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38376" y="4871464"/>
                <a:ext cx="1325413" cy="53761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D02872-5612-DE62-3C76-69A4C63D6028}"/>
                </a:ext>
              </a:extLst>
            </p:cNvPr>
            <p:cNvGrpSpPr/>
            <p:nvPr userDrawn="1"/>
          </p:nvGrpSpPr>
          <p:grpSpPr>
            <a:xfrm>
              <a:off x="6272862" y="5981737"/>
              <a:ext cx="1210972" cy="131714"/>
              <a:chOff x="9641250" y="5721348"/>
              <a:chExt cx="1322539" cy="131714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B373B96-DCE8-4A3E-B352-6213002B76D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9644154" y="5721348"/>
                <a:ext cx="1319634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1E09DDC-6C4A-434B-BFC0-03680F33449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9641250" y="5721349"/>
                <a:ext cx="1322539" cy="13171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6A5B63-704C-D12A-FEDD-DDC178A0A966}"/>
                </a:ext>
              </a:extLst>
            </p:cNvPr>
            <p:cNvSpPr/>
            <p:nvPr userDrawn="1"/>
          </p:nvSpPr>
          <p:spPr>
            <a:xfrm>
              <a:off x="6199540" y="5068106"/>
              <a:ext cx="1322734" cy="784053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GB" sz="1795" err="1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7425079-9463-D918-BC58-9BB2E4C1F1F7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206050" y="2480919"/>
            <a:ext cx="417553" cy="41081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75D611D-0D6D-59ED-1752-C7417ADF4A7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5228516" y="1718612"/>
            <a:ext cx="372621" cy="5013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3870" y="309986"/>
            <a:ext cx="5559361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FFC81C-DE75-1214-530C-10EC7C6CE1D9}"/>
              </a:ext>
            </a:extLst>
          </p:cNvPr>
          <p:cNvCxnSpPr/>
          <p:nvPr userDrawn="1"/>
        </p:nvCxnSpPr>
        <p:spPr>
          <a:xfrm>
            <a:off x="2863034" y="1142617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8E604B8-AFBB-5795-1B7C-568E9E9D9EF4}"/>
              </a:ext>
            </a:extLst>
          </p:cNvPr>
          <p:cNvCxnSpPr/>
          <p:nvPr userDrawn="1"/>
        </p:nvCxnSpPr>
        <p:spPr>
          <a:xfrm>
            <a:off x="5969034" y="1142617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B3B3D-C6F0-D7B9-3B2E-EFBC939A7A54}"/>
              </a:ext>
            </a:extLst>
          </p:cNvPr>
          <p:cNvCxnSpPr/>
          <p:nvPr userDrawn="1"/>
        </p:nvCxnSpPr>
        <p:spPr>
          <a:xfrm>
            <a:off x="8827482" y="1142617"/>
            <a:ext cx="0" cy="5210559"/>
          </a:xfrm>
          <a:prstGeom prst="line">
            <a:avLst/>
          </a:prstGeom>
          <a:ln w="12700">
            <a:solidFill>
              <a:srgbClr val="D1EF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443" y="537300"/>
            <a:ext cx="10725207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399">
                <a:latin typeface="72 Brand Medium" panose="020B0604030603020204" pitchFamily="34" charset="0"/>
              </a:rPr>
              <a:t>Tips &amp; Tricks - Your user guide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3201" y="6536752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41DC4AD-29D6-BA7E-0AC2-2D78A458DFD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079724" y="6085529"/>
            <a:ext cx="2606205" cy="26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599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SAP BRAND S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9859" y="6433200"/>
            <a:ext cx="2742486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126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06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27BBD34-DD59-49E1-9776-D67684F06344}" type="datetime4">
              <a:rPr lang="en-GB" smtClean="0"/>
              <a:pPr/>
              <a:t>17 June 2026</a:t>
            </a:fld>
            <a:endParaRPr lang="en-GB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7548" y="6433200"/>
            <a:ext cx="4113729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126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06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0608" y="6433200"/>
            <a:ext cx="335434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126" rtl="0" eaLnBrk="1" latinLnBrk="0" hangingPunct="1">
              <a:defRPr sz="1000" kern="1200">
                <a:solidFill>
                  <a:srgbClr val="FF0000"/>
                </a:solidFill>
                <a:latin typeface="+mn-lt"/>
                <a:ea typeface="+mn-ea"/>
                <a:cs typeface="+mn-cs"/>
              </a:defRPr>
            </a:lvl1pPr>
            <a:lvl2pPr marL="45706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01A068-E3DD-7FA1-3B63-14C6C3EFB0AB}"/>
              </a:ext>
            </a:extLst>
          </p:cNvPr>
          <p:cNvSpPr txBox="1"/>
          <p:nvPr userDrawn="1"/>
        </p:nvSpPr>
        <p:spPr>
          <a:xfrm>
            <a:off x="503870" y="309986"/>
            <a:ext cx="5559361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72 Brand" panose="020B0504030603020204" pitchFamily="34" charset="0"/>
              </a:rPr>
              <a:t>Delete this slide after reading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5C9E5E-6280-581F-FC2E-BF17F0A6F2DE}"/>
              </a:ext>
            </a:extLst>
          </p:cNvPr>
          <p:cNvSpPr txBox="1"/>
          <p:nvPr userDrawn="1"/>
        </p:nvSpPr>
        <p:spPr>
          <a:xfrm>
            <a:off x="505443" y="537300"/>
            <a:ext cx="10725207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399">
                <a:latin typeface="72 Brand Medium" panose="020B0604030603020204" pitchFamily="34" charset="0"/>
              </a:rPr>
              <a:t>Tips &amp; Tricks - Your user guide – SAP Brand Site</a:t>
            </a:r>
          </a:p>
        </p:txBody>
      </p:sp>
      <p:sp>
        <p:nvSpPr>
          <p:cNvPr id="49" name="Slide number">
            <a:extLst>
              <a:ext uri="{FF2B5EF4-FFF2-40B4-BE49-F238E27FC236}">
                <a16:creationId xmlns:a16="http://schemas.microsoft.com/office/drawing/2014/main" id="{08E6B7AB-6B75-1AD1-90E9-9F668FFE5B71}"/>
              </a:ext>
            </a:extLst>
          </p:cNvPr>
          <p:cNvSpPr txBox="1"/>
          <p:nvPr userDrawn="1"/>
        </p:nvSpPr>
        <p:spPr bwMode="black">
          <a:xfrm>
            <a:off x="11543201" y="6536752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943137-62A8-B3EC-D111-2BA192EF3065}"/>
              </a:ext>
            </a:extLst>
          </p:cNvPr>
          <p:cNvSpPr txBox="1"/>
          <p:nvPr userDrawn="1"/>
        </p:nvSpPr>
        <p:spPr>
          <a:xfrm>
            <a:off x="3374763" y="2402037"/>
            <a:ext cx="2606819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183" indent="-222183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Download and request licensed and approved photographs, videos, pictograms, icons, and sounds for use in SAP assets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7D176-86E4-BAA4-EAFA-777197DB11FB}"/>
              </a:ext>
            </a:extLst>
          </p:cNvPr>
          <p:cNvSpPr txBox="1"/>
          <p:nvPr userDrawn="1"/>
        </p:nvSpPr>
        <p:spPr>
          <a:xfrm>
            <a:off x="4065119" y="1881657"/>
            <a:ext cx="129649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Media Library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243CE-B0B3-55AC-0615-A3583693E365}"/>
              </a:ext>
            </a:extLst>
          </p:cNvPr>
          <p:cNvSpPr txBox="1"/>
          <p:nvPr userDrawn="1"/>
        </p:nvSpPr>
        <p:spPr>
          <a:xfrm>
            <a:off x="1198265" y="1881657"/>
            <a:ext cx="570520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Brand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66C5F3-F425-CE4C-8D95-04E9E9BDB6FD}"/>
              </a:ext>
            </a:extLst>
          </p:cNvPr>
          <p:cNvSpPr txBox="1"/>
          <p:nvPr userDrawn="1"/>
        </p:nvSpPr>
        <p:spPr>
          <a:xfrm>
            <a:off x="503870" y="2402037"/>
            <a:ext cx="2606819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183" indent="-222183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Find information on our brand strategy, logo, colors, tone of voice, graphics, font, and photography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CF45A1-A43E-037C-50A7-9B62EBFB00BA}"/>
              </a:ext>
            </a:extLst>
          </p:cNvPr>
          <p:cNvSpPr txBox="1"/>
          <p:nvPr userDrawn="1"/>
        </p:nvSpPr>
        <p:spPr>
          <a:xfrm>
            <a:off x="6243496" y="2380971"/>
            <a:ext cx="2606819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183" indent="-222183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Learn how we name our offerings, review the naming process, and guidelines</a:t>
            </a:r>
          </a:p>
          <a:p>
            <a:pPr marL="222183" indent="-222183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Request a name</a:t>
            </a:r>
          </a:p>
          <a:p>
            <a:pPr marL="222183" indent="-222183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Search for approved names in real time</a:t>
            </a:r>
            <a:endParaRPr lang="en-US" sz="16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0F1F97-371F-BB20-9044-8D5885634D9A}"/>
              </a:ext>
            </a:extLst>
          </p:cNvPr>
          <p:cNvSpPr txBox="1"/>
          <p:nvPr userDrawn="1"/>
        </p:nvSpPr>
        <p:spPr>
          <a:xfrm>
            <a:off x="6912273" y="1881657"/>
            <a:ext cx="140707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Naming Center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79038-CDF3-3E09-8F1B-8E1CB8249534}"/>
              </a:ext>
            </a:extLst>
          </p:cNvPr>
          <p:cNvSpPr txBox="1"/>
          <p:nvPr userDrawn="1"/>
        </p:nvSpPr>
        <p:spPr>
          <a:xfrm>
            <a:off x="9767803" y="1881657"/>
            <a:ext cx="15721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600" kern="0">
                <a:latin typeface="72 Brand Medium" panose="020B0504030603020204" pitchFamily="34" charset="0"/>
                <a:ea typeface="Arial Unicode MS" pitchFamily="34" charset="-128"/>
                <a:cs typeface="Arial Unicode MS" pitchFamily="34" charset="-128"/>
              </a:rPr>
              <a:t>Writing Assistant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6834DC-FA81-04FD-71E7-2A06BCC314CA}"/>
              </a:ext>
            </a:extLst>
          </p:cNvPr>
          <p:cNvSpPr txBox="1"/>
          <p:nvPr userDrawn="1"/>
        </p:nvSpPr>
        <p:spPr>
          <a:xfrm>
            <a:off x="9080487" y="2402037"/>
            <a:ext cx="2606819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22183" indent="-222183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>
                <a:latin typeface="72 Brand" panose="020B0504030603020204" pitchFamily="34" charset="0"/>
              </a:rPr>
              <a:t>Copy and paste text </a:t>
            </a:r>
            <a:br>
              <a:rPr lang="en-US" sz="1600">
                <a:latin typeface="72 Brand" panose="020B0504030603020204" pitchFamily="34" charset="0"/>
              </a:rPr>
            </a:br>
            <a:r>
              <a:rPr lang="en-US" sz="1600">
                <a:latin typeface="72 Brand" panose="020B0504030603020204" pitchFamily="34" charset="0"/>
              </a:rPr>
              <a:t>to get instant feedback on grammar, spelling, approved names, style, and tone</a:t>
            </a:r>
          </a:p>
        </p:txBody>
      </p:sp>
      <p:pic>
        <p:nvPicPr>
          <p:cNvPr id="19" name="Grafik 6">
            <a:extLst>
              <a:ext uri="{FF2B5EF4-FFF2-40B4-BE49-F238E27FC236}">
                <a16:creationId xmlns:a16="http://schemas.microsoft.com/office/drawing/2014/main" id="{52486A61-E0EB-5E0A-0E7F-A76057F03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745" y="1802913"/>
            <a:ext cx="406294" cy="406400"/>
          </a:xfrm>
          <a:prstGeom prst="rect">
            <a:avLst/>
          </a:prstGeom>
        </p:spPr>
      </p:pic>
      <p:pic>
        <p:nvPicPr>
          <p:cNvPr id="24" name="Grafik 12">
            <a:extLst>
              <a:ext uri="{FF2B5EF4-FFF2-40B4-BE49-F238E27FC236}">
                <a16:creationId xmlns:a16="http://schemas.microsoft.com/office/drawing/2014/main" id="{B44DB29B-4BB4-3CE3-8DF7-1725FDBE0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77963" y="1802913"/>
            <a:ext cx="406294" cy="406400"/>
          </a:xfrm>
          <a:prstGeom prst="rect">
            <a:avLst/>
          </a:prstGeom>
        </p:spPr>
      </p:pic>
      <p:pic>
        <p:nvPicPr>
          <p:cNvPr id="29" name="Grafik 16">
            <a:extLst>
              <a:ext uri="{FF2B5EF4-FFF2-40B4-BE49-F238E27FC236}">
                <a16:creationId xmlns:a16="http://schemas.microsoft.com/office/drawing/2014/main" id="{3212A1EA-544F-FF7B-C47D-411B0FE58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1476" y="1802913"/>
            <a:ext cx="406294" cy="406400"/>
          </a:xfrm>
          <a:prstGeom prst="rect">
            <a:avLst/>
          </a:prstGeom>
        </p:spPr>
      </p:pic>
      <p:pic>
        <p:nvPicPr>
          <p:cNvPr id="39" name="Grafik 24">
            <a:extLst>
              <a:ext uri="{FF2B5EF4-FFF2-40B4-BE49-F238E27FC236}">
                <a16:creationId xmlns:a16="http://schemas.microsoft.com/office/drawing/2014/main" id="{03846BE7-EFF3-71C4-7BE3-FFB1423B275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72092" y="1802913"/>
            <a:ext cx="406294" cy="406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3E3413D-190F-15AA-863F-0D61520E01E4}"/>
              </a:ext>
            </a:extLst>
          </p:cNvPr>
          <p:cNvSpPr txBox="1"/>
          <p:nvPr userDrawn="1"/>
        </p:nvSpPr>
        <p:spPr>
          <a:xfrm>
            <a:off x="503870" y="6014621"/>
            <a:ext cx="11199247" cy="338554"/>
          </a:xfrm>
          <a:prstGeom prst="rect">
            <a:avLst/>
          </a:prstGeom>
          <a:solidFill>
            <a:srgbClr val="0070F2"/>
          </a:solidFill>
          <a:ln w="28575">
            <a:noFill/>
          </a:ln>
        </p:spPr>
        <p:txBody>
          <a:bodyPr wrap="square">
            <a:spAutoFit/>
          </a:bodyPr>
          <a:lstStyle/>
          <a:p>
            <a:pPr algn="ctr"/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72 Brand Medium" panose="020B0504030603020204" pitchFamily="34" charset="0"/>
                <a:ea typeface="+mj-ea"/>
                <a:cs typeface="+mj-cs"/>
              </a:rPr>
              <a:t>The SAP Brand site has all of the resources you need to bring our brand to life! </a:t>
            </a:r>
            <a:endParaRPr lang="en-DE" sz="16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F40430B-324F-6142-8019-866FBD6AA4AC}"/>
              </a:ext>
            </a:extLst>
          </p:cNvPr>
          <p:cNvSpPr/>
          <p:nvPr userDrawn="1"/>
        </p:nvSpPr>
        <p:spPr bwMode="gray">
          <a:xfrm>
            <a:off x="503107" y="4581972"/>
            <a:ext cx="2606819" cy="1243269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</a:rPr>
              <a:t>Copy this link and </a:t>
            </a:r>
            <a:br>
              <a:rPr lang="en-US" sz="1400">
                <a:latin typeface="72 Brand" panose="020B0504030603020204" pitchFamily="34" charset="0"/>
              </a:rPr>
            </a:br>
            <a:r>
              <a:rPr lang="en-US" sz="1400">
                <a:latin typeface="72 Brand" panose="020B0504030603020204" pitchFamily="34" charset="0"/>
              </a:rPr>
              <a:t>paste it in a browser: 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  <a:hlinkClick r:id="rId6"/>
              </a:rPr>
              <a:t>https://brand.sap.com</a:t>
            </a:r>
            <a:endParaRPr lang="en-US" sz="14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24B01D-446B-5A0F-EAA7-FF346261E60D}"/>
              </a:ext>
            </a:extLst>
          </p:cNvPr>
          <p:cNvSpPr/>
          <p:nvPr userDrawn="1"/>
        </p:nvSpPr>
        <p:spPr bwMode="gray">
          <a:xfrm>
            <a:off x="6243496" y="4566196"/>
            <a:ext cx="2606819" cy="1243269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</a:rPr>
              <a:t>Copy this link and paste it in a browser: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</a:rPr>
              <a:t> 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  <a:hlinkClick r:id="rId7"/>
              </a:rPr>
              <a:t>https://brand.sap.com/naming-center#/dashboard</a:t>
            </a:r>
            <a:endParaRPr lang="en-US" sz="14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7D4DDE6-39EF-5864-E5AB-48A46EB75C83}"/>
              </a:ext>
            </a:extLst>
          </p:cNvPr>
          <p:cNvSpPr/>
          <p:nvPr userDrawn="1"/>
        </p:nvSpPr>
        <p:spPr bwMode="gray">
          <a:xfrm>
            <a:off x="3374763" y="4581972"/>
            <a:ext cx="2606819" cy="1243269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</a:rPr>
              <a:t>Copy this link and paste it in a browser: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</a:rPr>
              <a:t> 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  <a:hlinkClick r:id="rId8"/>
              </a:rPr>
              <a:t>https://brand.sap.com/media-library/index.html#/</a:t>
            </a:r>
            <a:endParaRPr lang="en-US" sz="1400">
              <a:latin typeface="72 Brand" panose="020B050403060302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A8ACE7E-7EFD-4082-5E7E-2ADE1F763B0A}"/>
              </a:ext>
            </a:extLst>
          </p:cNvPr>
          <p:cNvSpPr/>
          <p:nvPr userDrawn="1"/>
        </p:nvSpPr>
        <p:spPr bwMode="gray">
          <a:xfrm>
            <a:off x="9080487" y="4566196"/>
            <a:ext cx="2606819" cy="1243269"/>
          </a:xfrm>
          <a:prstGeom prst="rect">
            <a:avLst/>
          </a:prstGeom>
          <a:solidFill>
            <a:srgbClr val="D1EFFF"/>
          </a:solidFill>
          <a:ln w="28575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r>
              <a:rPr lang="en-US" sz="1400">
                <a:latin typeface="72 Brand" panose="020B0504030603020204" pitchFamily="34" charset="0"/>
              </a:rPr>
              <a:t>Copy this link and paste it in a browser: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</a:rPr>
              <a:t> </a:t>
            </a:r>
            <a:r>
              <a:rPr lang="en-US" sz="1400" kern="0">
                <a:latin typeface="72 Brand" panose="020B0504030603020204" pitchFamily="34" charset="0"/>
                <a:ea typeface="Arial Unicode MS" pitchFamily="34" charset="-128"/>
                <a:cs typeface="Arial Unicode MS" pitchFamily="34" charset="-128"/>
                <a:hlinkClick r:id="rId9"/>
              </a:rPr>
              <a:t>https://brand.sap.com/writing-assistant</a:t>
            </a:r>
            <a:endParaRPr lang="en-US" sz="1400" kern="0"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146783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3">
            <a:extLst>
              <a:ext uri="{FF2B5EF4-FFF2-40B4-BE49-F238E27FC236}">
                <a16:creationId xmlns:a16="http://schemas.microsoft.com/office/drawing/2014/main" id="{02E2A64A-8B37-7F95-C23A-C3D93C8DEC23}"/>
              </a:ext>
            </a:extLst>
          </p:cNvPr>
          <p:cNvSpPr/>
          <p:nvPr userDrawn="1"/>
        </p:nvSpPr>
        <p:spPr>
          <a:xfrm>
            <a:off x="503870" y="114100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1EF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Blue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#D1EFFF</a:t>
            </a:r>
          </a:p>
        </p:txBody>
      </p:sp>
      <p:sp>
        <p:nvSpPr>
          <p:cNvPr id="4" name="Freeform 70">
            <a:extLst>
              <a:ext uri="{FF2B5EF4-FFF2-40B4-BE49-F238E27FC236}">
                <a16:creationId xmlns:a16="http://schemas.microsoft.com/office/drawing/2014/main" id="{1F2619C0-AA6B-F516-A35F-C9F0906EB840}"/>
              </a:ext>
            </a:extLst>
          </p:cNvPr>
          <p:cNvSpPr/>
          <p:nvPr userDrawn="1"/>
        </p:nvSpPr>
        <p:spPr>
          <a:xfrm>
            <a:off x="2404535" y="114100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Blue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#89D1FF</a:t>
            </a:r>
          </a:p>
        </p:txBody>
      </p:sp>
      <p:sp>
        <p:nvSpPr>
          <p:cNvPr id="5" name="Freeform 69">
            <a:extLst>
              <a:ext uri="{FF2B5EF4-FFF2-40B4-BE49-F238E27FC236}">
                <a16:creationId xmlns:a16="http://schemas.microsoft.com/office/drawing/2014/main" id="{C529F71A-E6DD-53C4-14B3-0F3BF62A05F0}"/>
              </a:ext>
            </a:extLst>
          </p:cNvPr>
          <p:cNvSpPr/>
          <p:nvPr userDrawn="1"/>
        </p:nvSpPr>
        <p:spPr>
          <a:xfrm>
            <a:off x="4305200" y="114100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tx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latin typeface="72 Brand"/>
              </a:rPr>
              <a:t>Blue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#1B90FF</a:t>
            </a:r>
          </a:p>
        </p:txBody>
      </p:sp>
      <p:sp>
        <p:nvSpPr>
          <p:cNvPr id="6" name="Freeform 68">
            <a:extLst>
              <a:ext uri="{FF2B5EF4-FFF2-40B4-BE49-F238E27FC236}">
                <a16:creationId xmlns:a16="http://schemas.microsoft.com/office/drawing/2014/main" id="{9CBF79FE-F787-9301-81AD-A56220775062}"/>
              </a:ext>
            </a:extLst>
          </p:cNvPr>
          <p:cNvSpPr/>
          <p:nvPr userDrawn="1"/>
        </p:nvSpPr>
        <p:spPr>
          <a:xfrm>
            <a:off x="6225801" y="114100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70F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Blue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#0070F2</a:t>
            </a:r>
          </a:p>
        </p:txBody>
      </p:sp>
      <p:sp>
        <p:nvSpPr>
          <p:cNvPr id="7" name="Freeform 67">
            <a:extLst>
              <a:ext uri="{FF2B5EF4-FFF2-40B4-BE49-F238E27FC236}">
                <a16:creationId xmlns:a16="http://schemas.microsoft.com/office/drawing/2014/main" id="{5BB0975A-0779-6CF9-4471-2FA97BA36738}"/>
              </a:ext>
            </a:extLst>
          </p:cNvPr>
          <p:cNvSpPr/>
          <p:nvPr userDrawn="1"/>
        </p:nvSpPr>
        <p:spPr>
          <a:xfrm>
            <a:off x="8127471" y="114018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2A8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Blue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#002A86</a:t>
            </a:r>
          </a:p>
        </p:txBody>
      </p:sp>
      <p:sp>
        <p:nvSpPr>
          <p:cNvPr id="8" name="Freeform 66">
            <a:extLst>
              <a:ext uri="{FF2B5EF4-FFF2-40B4-BE49-F238E27FC236}">
                <a16:creationId xmlns:a16="http://schemas.microsoft.com/office/drawing/2014/main" id="{4C6C152D-4698-69B9-D198-F3DD5C9473B5}"/>
              </a:ext>
            </a:extLst>
          </p:cNvPr>
          <p:cNvSpPr/>
          <p:nvPr userDrawn="1"/>
        </p:nvSpPr>
        <p:spPr>
          <a:xfrm>
            <a:off x="10048072" y="114018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014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Blue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#00144A</a:t>
            </a:r>
          </a:p>
        </p:txBody>
      </p:sp>
      <p:sp>
        <p:nvSpPr>
          <p:cNvPr id="9" name="Freeform 1">
            <a:extLst>
              <a:ext uri="{FF2B5EF4-FFF2-40B4-BE49-F238E27FC236}">
                <a16:creationId xmlns:a16="http://schemas.microsoft.com/office/drawing/2014/main" id="{B6FD5DF5-B272-7F32-7D3F-4B4DE8830832}"/>
              </a:ext>
            </a:extLst>
          </p:cNvPr>
          <p:cNvSpPr/>
          <p:nvPr userDrawn="1"/>
        </p:nvSpPr>
        <p:spPr>
          <a:xfrm>
            <a:off x="503870" y="1735645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AE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Grey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#EAECEE</a:t>
            </a:r>
          </a:p>
        </p:txBody>
      </p:sp>
      <p:sp>
        <p:nvSpPr>
          <p:cNvPr id="10" name="Freeform 62">
            <a:extLst>
              <a:ext uri="{FF2B5EF4-FFF2-40B4-BE49-F238E27FC236}">
                <a16:creationId xmlns:a16="http://schemas.microsoft.com/office/drawing/2014/main" id="{2A5C5A51-CFBC-CA03-038B-F25ECA420C8D}"/>
              </a:ext>
            </a:extLst>
          </p:cNvPr>
          <p:cNvSpPr/>
          <p:nvPr userDrawn="1"/>
        </p:nvSpPr>
        <p:spPr>
          <a:xfrm>
            <a:off x="2404535" y="1735645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A9B4B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Grey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#A9B4BE</a:t>
            </a: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FD45E536-EBC7-3EE1-021A-E61DE17D01EB}"/>
              </a:ext>
            </a:extLst>
          </p:cNvPr>
          <p:cNvSpPr/>
          <p:nvPr userDrawn="1"/>
        </p:nvSpPr>
        <p:spPr>
          <a:xfrm>
            <a:off x="4305200" y="1735645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B738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Grey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#5B738B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791E1C1C-66AE-2057-3C91-8B50C4A75DCF}"/>
              </a:ext>
            </a:extLst>
          </p:cNvPr>
          <p:cNvSpPr/>
          <p:nvPr userDrawn="1"/>
        </p:nvSpPr>
        <p:spPr>
          <a:xfrm>
            <a:off x="6225801" y="1735645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75E75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Grey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#475E75</a:t>
            </a:r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E588F81B-1126-0FBD-D1B7-6E42C034BA69}"/>
              </a:ext>
            </a:extLst>
          </p:cNvPr>
          <p:cNvSpPr/>
          <p:nvPr userDrawn="1"/>
        </p:nvSpPr>
        <p:spPr>
          <a:xfrm>
            <a:off x="8127471" y="1734820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A27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Grey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#1A2733</a:t>
            </a:r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B135EB5F-EDA8-1AEE-E89C-944D272C6FDF}"/>
              </a:ext>
            </a:extLst>
          </p:cNvPr>
          <p:cNvSpPr/>
          <p:nvPr userDrawn="1"/>
        </p:nvSpPr>
        <p:spPr>
          <a:xfrm>
            <a:off x="10048072" y="1734820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2171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Grey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#12171C</a:t>
            </a:r>
          </a:p>
        </p:txBody>
      </p:sp>
      <p:sp>
        <p:nvSpPr>
          <p:cNvPr id="15" name="Freeform 71">
            <a:extLst>
              <a:ext uri="{FF2B5EF4-FFF2-40B4-BE49-F238E27FC236}">
                <a16:creationId xmlns:a16="http://schemas.microsoft.com/office/drawing/2014/main" id="{8CA86CA8-FB25-362E-AAA0-57D65C85EE8A}"/>
              </a:ext>
            </a:extLst>
          </p:cNvPr>
          <p:cNvSpPr/>
          <p:nvPr userDrawn="1"/>
        </p:nvSpPr>
        <p:spPr>
          <a:xfrm>
            <a:off x="503870" y="2330283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2FCE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Teal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#C2FCEE</a:t>
            </a:r>
          </a:p>
        </p:txBody>
      </p:sp>
      <p:sp>
        <p:nvSpPr>
          <p:cNvPr id="16" name="Freeform 76">
            <a:extLst>
              <a:ext uri="{FF2B5EF4-FFF2-40B4-BE49-F238E27FC236}">
                <a16:creationId xmlns:a16="http://schemas.microsoft.com/office/drawing/2014/main" id="{3DF36DDD-3194-0FFA-03CE-7942BFAC4F73}"/>
              </a:ext>
            </a:extLst>
          </p:cNvPr>
          <p:cNvSpPr/>
          <p:nvPr userDrawn="1"/>
        </p:nvSpPr>
        <p:spPr>
          <a:xfrm>
            <a:off x="2404535" y="2330283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CE0B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Teal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#2CE0BF</a:t>
            </a:r>
          </a:p>
        </p:txBody>
      </p:sp>
      <p:sp>
        <p:nvSpPr>
          <p:cNvPr id="17" name="Freeform 75">
            <a:extLst>
              <a:ext uri="{FF2B5EF4-FFF2-40B4-BE49-F238E27FC236}">
                <a16:creationId xmlns:a16="http://schemas.microsoft.com/office/drawing/2014/main" id="{DB3A75C6-40E1-8418-08FF-2615CB58D2FB}"/>
              </a:ext>
            </a:extLst>
          </p:cNvPr>
          <p:cNvSpPr/>
          <p:nvPr userDrawn="1"/>
        </p:nvSpPr>
        <p:spPr>
          <a:xfrm>
            <a:off x="4305200" y="2330283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latin typeface="72 Brand"/>
              </a:rPr>
              <a:t>Teal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#049F9A</a:t>
            </a:r>
          </a:p>
        </p:txBody>
      </p:sp>
      <p:sp>
        <p:nvSpPr>
          <p:cNvPr id="18" name="Freeform 74">
            <a:extLst>
              <a:ext uri="{FF2B5EF4-FFF2-40B4-BE49-F238E27FC236}">
                <a16:creationId xmlns:a16="http://schemas.microsoft.com/office/drawing/2014/main" id="{533C3A8A-C333-3134-26BC-8FDFA21FBFA9}"/>
              </a:ext>
            </a:extLst>
          </p:cNvPr>
          <p:cNvSpPr/>
          <p:nvPr userDrawn="1"/>
        </p:nvSpPr>
        <p:spPr>
          <a:xfrm>
            <a:off x="6225801" y="2330283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7838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Teal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#07838F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B60C9F30-077E-14E2-CB14-97988F26E630}"/>
              </a:ext>
            </a:extLst>
          </p:cNvPr>
          <p:cNvSpPr/>
          <p:nvPr userDrawn="1"/>
        </p:nvSpPr>
        <p:spPr>
          <a:xfrm>
            <a:off x="8127471" y="2329458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2414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Teal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#02414C</a:t>
            </a:r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85E1218C-9B56-A04B-B32B-BF5584E7EB24}"/>
              </a:ext>
            </a:extLst>
          </p:cNvPr>
          <p:cNvSpPr/>
          <p:nvPr userDrawn="1"/>
        </p:nvSpPr>
        <p:spPr>
          <a:xfrm>
            <a:off x="10048072" y="2329458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1293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Teal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#012931</a:t>
            </a:r>
          </a:p>
        </p:txBody>
      </p:sp>
      <p:sp>
        <p:nvSpPr>
          <p:cNvPr id="21" name="Freeform 77">
            <a:extLst>
              <a:ext uri="{FF2B5EF4-FFF2-40B4-BE49-F238E27FC236}">
                <a16:creationId xmlns:a16="http://schemas.microsoft.com/office/drawing/2014/main" id="{B96DC701-A49C-D4B6-0FAE-8C4D1FE14217}"/>
              </a:ext>
            </a:extLst>
          </p:cNvPr>
          <p:cNvSpPr/>
          <p:nvPr userDrawn="1"/>
        </p:nvSpPr>
        <p:spPr>
          <a:xfrm>
            <a:off x="503870" y="2924921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BF5C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Green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#EBF5CB</a:t>
            </a:r>
          </a:p>
        </p:txBody>
      </p:sp>
      <p:sp>
        <p:nvSpPr>
          <p:cNvPr id="22" name="Freeform 82">
            <a:extLst>
              <a:ext uri="{FF2B5EF4-FFF2-40B4-BE49-F238E27FC236}">
                <a16:creationId xmlns:a16="http://schemas.microsoft.com/office/drawing/2014/main" id="{D3F535AB-FBBB-CC41-AFDB-6251499A2CC3}"/>
              </a:ext>
            </a:extLst>
          </p:cNvPr>
          <p:cNvSpPr/>
          <p:nvPr userDrawn="1"/>
        </p:nvSpPr>
        <p:spPr>
          <a:xfrm>
            <a:off x="2404535" y="2924921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97DD4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Green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#97DD40</a:t>
            </a:r>
          </a:p>
        </p:txBody>
      </p:sp>
      <p:sp>
        <p:nvSpPr>
          <p:cNvPr id="23" name="Freeform 81">
            <a:extLst>
              <a:ext uri="{FF2B5EF4-FFF2-40B4-BE49-F238E27FC236}">
                <a16:creationId xmlns:a16="http://schemas.microsoft.com/office/drawing/2014/main" id="{FF2D987A-1AEE-FB6C-9091-4D01FA950169}"/>
              </a:ext>
            </a:extLst>
          </p:cNvPr>
          <p:cNvSpPr/>
          <p:nvPr userDrawn="1"/>
        </p:nvSpPr>
        <p:spPr>
          <a:xfrm>
            <a:off x="4305200" y="2924921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latin typeface="72 Brand"/>
              </a:rPr>
              <a:t>Green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#36A41D</a:t>
            </a:r>
          </a:p>
        </p:txBody>
      </p:sp>
      <p:sp>
        <p:nvSpPr>
          <p:cNvPr id="24" name="Freeform 80">
            <a:extLst>
              <a:ext uri="{FF2B5EF4-FFF2-40B4-BE49-F238E27FC236}">
                <a16:creationId xmlns:a16="http://schemas.microsoft.com/office/drawing/2014/main" id="{AA53ACC2-4E92-5B3D-5509-AE0FC7AE540D}"/>
              </a:ext>
            </a:extLst>
          </p:cNvPr>
          <p:cNvSpPr/>
          <p:nvPr userDrawn="1"/>
        </p:nvSpPr>
        <p:spPr>
          <a:xfrm>
            <a:off x="6225801" y="2924921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8891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Green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#188918</a:t>
            </a:r>
          </a:p>
        </p:txBody>
      </p:sp>
      <p:sp>
        <p:nvSpPr>
          <p:cNvPr id="25" name="Freeform 79">
            <a:extLst>
              <a:ext uri="{FF2B5EF4-FFF2-40B4-BE49-F238E27FC236}">
                <a16:creationId xmlns:a16="http://schemas.microsoft.com/office/drawing/2014/main" id="{D105CE5F-854F-E5AA-CD56-9B210266B1D7}"/>
              </a:ext>
            </a:extLst>
          </p:cNvPr>
          <p:cNvSpPr/>
          <p:nvPr userDrawn="1"/>
        </p:nvSpPr>
        <p:spPr>
          <a:xfrm>
            <a:off x="8127471" y="2924096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6432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Green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#164323</a:t>
            </a:r>
          </a:p>
        </p:txBody>
      </p:sp>
      <p:sp>
        <p:nvSpPr>
          <p:cNvPr id="26" name="Freeform 78">
            <a:extLst>
              <a:ext uri="{FF2B5EF4-FFF2-40B4-BE49-F238E27FC236}">
                <a16:creationId xmlns:a16="http://schemas.microsoft.com/office/drawing/2014/main" id="{44AC23F7-268E-D9FD-AC0B-EB4A4CB13536}"/>
              </a:ext>
            </a:extLst>
          </p:cNvPr>
          <p:cNvSpPr/>
          <p:nvPr userDrawn="1"/>
        </p:nvSpPr>
        <p:spPr>
          <a:xfrm>
            <a:off x="10048072" y="2924096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2B1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Green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#0E2B16</a:t>
            </a:r>
          </a:p>
        </p:txBody>
      </p:sp>
      <p:sp>
        <p:nvSpPr>
          <p:cNvPr id="27" name="Freeform 83">
            <a:extLst>
              <a:ext uri="{FF2B5EF4-FFF2-40B4-BE49-F238E27FC236}">
                <a16:creationId xmlns:a16="http://schemas.microsoft.com/office/drawing/2014/main" id="{FCD2E78F-C379-DA9E-AC51-45BB0ACD8CDC}"/>
              </a:ext>
            </a:extLst>
          </p:cNvPr>
          <p:cNvSpPr/>
          <p:nvPr userDrawn="1"/>
        </p:nvSpPr>
        <p:spPr>
          <a:xfrm>
            <a:off x="503870" y="3519559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F3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Mango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#FFF3B8</a:t>
            </a:r>
          </a:p>
        </p:txBody>
      </p:sp>
      <p:sp>
        <p:nvSpPr>
          <p:cNvPr id="28" name="Freeform 88">
            <a:extLst>
              <a:ext uri="{FF2B5EF4-FFF2-40B4-BE49-F238E27FC236}">
                <a16:creationId xmlns:a16="http://schemas.microsoft.com/office/drawing/2014/main" id="{8F604492-C37F-A63E-B6EF-C1D9DA958F6A}"/>
              </a:ext>
            </a:extLst>
          </p:cNvPr>
          <p:cNvSpPr/>
          <p:nvPr userDrawn="1"/>
        </p:nvSpPr>
        <p:spPr>
          <a:xfrm>
            <a:off x="2404535" y="3519559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C93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Mango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#FFC933</a:t>
            </a:r>
          </a:p>
        </p:txBody>
      </p:sp>
      <p:sp>
        <p:nvSpPr>
          <p:cNvPr id="29" name="Freeform 87">
            <a:extLst>
              <a:ext uri="{FF2B5EF4-FFF2-40B4-BE49-F238E27FC236}">
                <a16:creationId xmlns:a16="http://schemas.microsoft.com/office/drawing/2014/main" id="{1903B33E-7553-03DE-1850-350C0DCE0478}"/>
              </a:ext>
            </a:extLst>
          </p:cNvPr>
          <p:cNvSpPr/>
          <p:nvPr userDrawn="1"/>
        </p:nvSpPr>
        <p:spPr>
          <a:xfrm>
            <a:off x="4305200" y="3519559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latin typeface="72 Brand"/>
              </a:rPr>
              <a:t>Mango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#E76500</a:t>
            </a:r>
          </a:p>
        </p:txBody>
      </p:sp>
      <p:sp>
        <p:nvSpPr>
          <p:cNvPr id="30" name="Freeform 86">
            <a:extLst>
              <a:ext uri="{FF2B5EF4-FFF2-40B4-BE49-F238E27FC236}">
                <a16:creationId xmlns:a16="http://schemas.microsoft.com/office/drawing/2014/main" id="{220419B0-04C2-995C-B267-365BA4A8314C}"/>
              </a:ext>
            </a:extLst>
          </p:cNvPr>
          <p:cNvSpPr/>
          <p:nvPr userDrawn="1"/>
        </p:nvSpPr>
        <p:spPr>
          <a:xfrm>
            <a:off x="6225801" y="3519559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35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Mango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#C35500</a:t>
            </a:r>
          </a:p>
        </p:txBody>
      </p:sp>
      <p:sp>
        <p:nvSpPr>
          <p:cNvPr id="31" name="Freeform 85">
            <a:extLst>
              <a:ext uri="{FF2B5EF4-FFF2-40B4-BE49-F238E27FC236}">
                <a16:creationId xmlns:a16="http://schemas.microsoft.com/office/drawing/2014/main" id="{5291C6D6-3C0A-1EC1-0DE4-3468327A01FC}"/>
              </a:ext>
            </a:extLst>
          </p:cNvPr>
          <p:cNvSpPr/>
          <p:nvPr userDrawn="1"/>
        </p:nvSpPr>
        <p:spPr>
          <a:xfrm>
            <a:off x="8127471" y="3518734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6D19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Mango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#6D1900</a:t>
            </a:r>
          </a:p>
        </p:txBody>
      </p:sp>
      <p:sp>
        <p:nvSpPr>
          <p:cNvPr id="32" name="Freeform 84">
            <a:extLst>
              <a:ext uri="{FF2B5EF4-FFF2-40B4-BE49-F238E27FC236}">
                <a16:creationId xmlns:a16="http://schemas.microsoft.com/office/drawing/2014/main" id="{0C8AFC63-A495-CD19-A678-5D1C65A0F630}"/>
              </a:ext>
            </a:extLst>
          </p:cNvPr>
          <p:cNvSpPr/>
          <p:nvPr userDrawn="1"/>
        </p:nvSpPr>
        <p:spPr>
          <a:xfrm>
            <a:off x="10048072" y="3518734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450B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Mango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#450B00</a:t>
            </a:r>
          </a:p>
        </p:txBody>
      </p:sp>
      <p:sp>
        <p:nvSpPr>
          <p:cNvPr id="33" name="Freeform 89">
            <a:extLst>
              <a:ext uri="{FF2B5EF4-FFF2-40B4-BE49-F238E27FC236}">
                <a16:creationId xmlns:a16="http://schemas.microsoft.com/office/drawing/2014/main" id="{88F1E754-E8C5-5438-3533-D344315E7FC2}"/>
              </a:ext>
            </a:extLst>
          </p:cNvPr>
          <p:cNvSpPr/>
          <p:nvPr userDrawn="1"/>
        </p:nvSpPr>
        <p:spPr>
          <a:xfrm>
            <a:off x="503870" y="411419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5E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Red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#FFD5EA</a:t>
            </a:r>
          </a:p>
        </p:txBody>
      </p:sp>
      <p:sp>
        <p:nvSpPr>
          <p:cNvPr id="34" name="Freeform 94">
            <a:extLst>
              <a:ext uri="{FF2B5EF4-FFF2-40B4-BE49-F238E27FC236}">
                <a16:creationId xmlns:a16="http://schemas.microsoft.com/office/drawing/2014/main" id="{F9CAB2F5-111E-9B62-A950-2766E6062CBF}"/>
              </a:ext>
            </a:extLst>
          </p:cNvPr>
          <p:cNvSpPr/>
          <p:nvPr userDrawn="1"/>
        </p:nvSpPr>
        <p:spPr>
          <a:xfrm>
            <a:off x="2404535" y="411419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CB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Red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#FF8CB2</a:t>
            </a:r>
          </a:p>
        </p:txBody>
      </p:sp>
      <p:sp>
        <p:nvSpPr>
          <p:cNvPr id="35" name="Freeform 93">
            <a:extLst>
              <a:ext uri="{FF2B5EF4-FFF2-40B4-BE49-F238E27FC236}">
                <a16:creationId xmlns:a16="http://schemas.microsoft.com/office/drawing/2014/main" id="{20875E28-2038-256F-D469-19622F84F475}"/>
              </a:ext>
            </a:extLst>
          </p:cNvPr>
          <p:cNvSpPr/>
          <p:nvPr userDrawn="1"/>
        </p:nvSpPr>
        <p:spPr>
          <a:xfrm>
            <a:off x="4305200" y="411419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E393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latin typeface="72 Brand"/>
              </a:rPr>
              <a:t>Red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#EE3939</a:t>
            </a:r>
          </a:p>
        </p:txBody>
      </p:sp>
      <p:sp>
        <p:nvSpPr>
          <p:cNvPr id="36" name="Freeform 92">
            <a:extLst>
              <a:ext uri="{FF2B5EF4-FFF2-40B4-BE49-F238E27FC236}">
                <a16:creationId xmlns:a16="http://schemas.microsoft.com/office/drawing/2014/main" id="{54067863-63ED-3E20-7BA9-91BA18863CAC}"/>
              </a:ext>
            </a:extLst>
          </p:cNvPr>
          <p:cNvSpPr/>
          <p:nvPr userDrawn="1"/>
        </p:nvSpPr>
        <p:spPr>
          <a:xfrm>
            <a:off x="6225801" y="411419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20A0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Red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#D20A0A</a:t>
            </a:r>
          </a:p>
        </p:txBody>
      </p:sp>
      <p:sp>
        <p:nvSpPr>
          <p:cNvPr id="37" name="Freeform 91">
            <a:extLst>
              <a:ext uri="{FF2B5EF4-FFF2-40B4-BE49-F238E27FC236}">
                <a16:creationId xmlns:a16="http://schemas.microsoft.com/office/drawing/2014/main" id="{16AC9816-9312-095C-CA75-9BB225C4252E}"/>
              </a:ext>
            </a:extLst>
          </p:cNvPr>
          <p:cNvSpPr/>
          <p:nvPr userDrawn="1"/>
        </p:nvSpPr>
        <p:spPr>
          <a:xfrm>
            <a:off x="8127471" y="411337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A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Red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#5A0404</a:t>
            </a:r>
          </a:p>
        </p:txBody>
      </p:sp>
      <p:sp>
        <p:nvSpPr>
          <p:cNvPr id="38" name="Freeform 90">
            <a:extLst>
              <a:ext uri="{FF2B5EF4-FFF2-40B4-BE49-F238E27FC236}">
                <a16:creationId xmlns:a16="http://schemas.microsoft.com/office/drawing/2014/main" id="{AEF6149F-55EA-8B85-D5DF-EFB6B2FF4645}"/>
              </a:ext>
            </a:extLst>
          </p:cNvPr>
          <p:cNvSpPr/>
          <p:nvPr userDrawn="1"/>
        </p:nvSpPr>
        <p:spPr>
          <a:xfrm>
            <a:off x="10048072" y="411337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3500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Red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#350000</a:t>
            </a:r>
          </a:p>
        </p:txBody>
      </p:sp>
      <p:sp>
        <p:nvSpPr>
          <p:cNvPr id="39" name="Freeform 95">
            <a:extLst>
              <a:ext uri="{FF2B5EF4-FFF2-40B4-BE49-F238E27FC236}">
                <a16:creationId xmlns:a16="http://schemas.microsoft.com/office/drawing/2014/main" id="{4027EC94-48C6-D9D1-D350-2C19E151F706}"/>
              </a:ext>
            </a:extLst>
          </p:cNvPr>
          <p:cNvSpPr/>
          <p:nvPr userDrawn="1"/>
        </p:nvSpPr>
        <p:spPr>
          <a:xfrm>
            <a:off x="503870" y="4708836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Raspberry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#FFDCE8</a:t>
            </a:r>
          </a:p>
        </p:txBody>
      </p:sp>
      <p:sp>
        <p:nvSpPr>
          <p:cNvPr id="40" name="Freeform 100">
            <a:extLst>
              <a:ext uri="{FF2B5EF4-FFF2-40B4-BE49-F238E27FC236}">
                <a16:creationId xmlns:a16="http://schemas.microsoft.com/office/drawing/2014/main" id="{74AAC3CA-6774-EA05-39D2-6BFA7B4DF9B5}"/>
              </a:ext>
            </a:extLst>
          </p:cNvPr>
          <p:cNvSpPr/>
          <p:nvPr userDrawn="1"/>
        </p:nvSpPr>
        <p:spPr>
          <a:xfrm>
            <a:off x="2404535" y="4708836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EAD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Raspberry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#FEADC8</a:t>
            </a:r>
          </a:p>
        </p:txBody>
      </p:sp>
      <p:sp>
        <p:nvSpPr>
          <p:cNvPr id="41" name="Freeform 99">
            <a:extLst>
              <a:ext uri="{FF2B5EF4-FFF2-40B4-BE49-F238E27FC236}">
                <a16:creationId xmlns:a16="http://schemas.microsoft.com/office/drawing/2014/main" id="{81CE6DC8-B91F-EDAE-0084-E839B0BE2C32}"/>
              </a:ext>
            </a:extLst>
          </p:cNvPr>
          <p:cNvSpPr/>
          <p:nvPr userDrawn="1"/>
        </p:nvSpPr>
        <p:spPr>
          <a:xfrm>
            <a:off x="4305200" y="4708836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chemeClr val="accent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latin typeface="72 Brand"/>
              </a:rPr>
              <a:t>Raspberry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#FA4F96</a:t>
            </a:r>
          </a:p>
        </p:txBody>
      </p:sp>
      <p:sp>
        <p:nvSpPr>
          <p:cNvPr id="42" name="Freeform 98">
            <a:extLst>
              <a:ext uri="{FF2B5EF4-FFF2-40B4-BE49-F238E27FC236}">
                <a16:creationId xmlns:a16="http://schemas.microsoft.com/office/drawing/2014/main" id="{445568CB-5C4B-F612-2395-62D135B605D9}"/>
              </a:ext>
            </a:extLst>
          </p:cNvPr>
          <p:cNvSpPr/>
          <p:nvPr userDrawn="1"/>
        </p:nvSpPr>
        <p:spPr>
          <a:xfrm>
            <a:off x="6225801" y="4708836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DF127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Raspberry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#DF1278</a:t>
            </a:r>
          </a:p>
        </p:txBody>
      </p:sp>
      <p:sp>
        <p:nvSpPr>
          <p:cNvPr id="43" name="Freeform 97">
            <a:extLst>
              <a:ext uri="{FF2B5EF4-FFF2-40B4-BE49-F238E27FC236}">
                <a16:creationId xmlns:a16="http://schemas.microsoft.com/office/drawing/2014/main" id="{880D550A-2A0C-9B91-BC01-2F055CD55C3E}"/>
              </a:ext>
            </a:extLst>
          </p:cNvPr>
          <p:cNvSpPr/>
          <p:nvPr userDrawn="1"/>
        </p:nvSpPr>
        <p:spPr>
          <a:xfrm>
            <a:off x="8127471" y="4708011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101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Raspberry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#71014B</a:t>
            </a:r>
          </a:p>
        </p:txBody>
      </p:sp>
      <p:sp>
        <p:nvSpPr>
          <p:cNvPr id="44" name="Freeform 96">
            <a:extLst>
              <a:ext uri="{FF2B5EF4-FFF2-40B4-BE49-F238E27FC236}">
                <a16:creationId xmlns:a16="http://schemas.microsoft.com/office/drawing/2014/main" id="{B990BC40-0AED-879D-23F0-E5EC2B7BFC43}"/>
              </a:ext>
            </a:extLst>
          </p:cNvPr>
          <p:cNvSpPr/>
          <p:nvPr userDrawn="1"/>
        </p:nvSpPr>
        <p:spPr>
          <a:xfrm>
            <a:off x="10048072" y="4708011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13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Raspberry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#510136</a:t>
            </a:r>
          </a:p>
        </p:txBody>
      </p:sp>
      <p:sp>
        <p:nvSpPr>
          <p:cNvPr id="45" name="Freeform 101">
            <a:extLst>
              <a:ext uri="{FF2B5EF4-FFF2-40B4-BE49-F238E27FC236}">
                <a16:creationId xmlns:a16="http://schemas.microsoft.com/office/drawing/2014/main" id="{917F0007-E6BC-B6A0-B878-68DA78CFED8B}"/>
              </a:ext>
            </a:extLst>
          </p:cNvPr>
          <p:cNvSpPr/>
          <p:nvPr userDrawn="1"/>
        </p:nvSpPr>
        <p:spPr>
          <a:xfrm>
            <a:off x="503870" y="5303474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DCF3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Pink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#FFDCF3</a:t>
            </a:r>
          </a:p>
        </p:txBody>
      </p:sp>
      <p:sp>
        <p:nvSpPr>
          <p:cNvPr id="46" name="Freeform 106">
            <a:extLst>
              <a:ext uri="{FF2B5EF4-FFF2-40B4-BE49-F238E27FC236}">
                <a16:creationId xmlns:a16="http://schemas.microsoft.com/office/drawing/2014/main" id="{0AD9E1EE-5506-751B-38EA-38841C8A80ED}"/>
              </a:ext>
            </a:extLst>
          </p:cNvPr>
          <p:cNvSpPr/>
          <p:nvPr userDrawn="1"/>
        </p:nvSpPr>
        <p:spPr>
          <a:xfrm>
            <a:off x="2404535" y="5303474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F8AF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Pink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#FF8AF0</a:t>
            </a:r>
          </a:p>
        </p:txBody>
      </p:sp>
      <p:sp>
        <p:nvSpPr>
          <p:cNvPr id="47" name="Freeform 105">
            <a:extLst>
              <a:ext uri="{FF2B5EF4-FFF2-40B4-BE49-F238E27FC236}">
                <a16:creationId xmlns:a16="http://schemas.microsoft.com/office/drawing/2014/main" id="{33BC0809-597B-D705-027A-A75FF023724C}"/>
              </a:ext>
            </a:extLst>
          </p:cNvPr>
          <p:cNvSpPr/>
          <p:nvPr userDrawn="1"/>
        </p:nvSpPr>
        <p:spPr>
          <a:xfrm>
            <a:off x="4305200" y="5303474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F31DE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latin typeface="72 Brand"/>
              </a:rPr>
              <a:t>Pink 6</a:t>
            </a:r>
            <a:br>
              <a:rPr lang="en-US" sz="1200">
                <a:latin typeface="72 Brand"/>
              </a:rPr>
            </a:br>
            <a:r>
              <a:rPr lang="en-US" sz="1200">
                <a:latin typeface="72 Brand"/>
              </a:rPr>
              <a:t>#F31DED</a:t>
            </a:r>
          </a:p>
        </p:txBody>
      </p:sp>
      <p:sp>
        <p:nvSpPr>
          <p:cNvPr id="48" name="Freeform 104">
            <a:extLst>
              <a:ext uri="{FF2B5EF4-FFF2-40B4-BE49-F238E27FC236}">
                <a16:creationId xmlns:a16="http://schemas.microsoft.com/office/drawing/2014/main" id="{EA8325A0-3800-3844-7028-1335F7DA6DD4}"/>
              </a:ext>
            </a:extLst>
          </p:cNvPr>
          <p:cNvSpPr/>
          <p:nvPr userDrawn="1"/>
        </p:nvSpPr>
        <p:spPr>
          <a:xfrm>
            <a:off x="6225801" y="5303474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CC00D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Pink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#CC00DC</a:t>
            </a:r>
          </a:p>
        </p:txBody>
      </p:sp>
      <p:sp>
        <p:nvSpPr>
          <p:cNvPr id="49" name="Freeform 103">
            <a:extLst>
              <a:ext uri="{FF2B5EF4-FFF2-40B4-BE49-F238E27FC236}">
                <a16:creationId xmlns:a16="http://schemas.microsoft.com/office/drawing/2014/main" id="{0FAC4B6B-3B2C-409E-6B7B-3332654C7A79}"/>
              </a:ext>
            </a:extLst>
          </p:cNvPr>
          <p:cNvSpPr/>
          <p:nvPr userDrawn="1"/>
        </p:nvSpPr>
        <p:spPr>
          <a:xfrm>
            <a:off x="8127471" y="5302649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1008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Pink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#510080</a:t>
            </a:r>
          </a:p>
        </p:txBody>
      </p:sp>
      <p:sp>
        <p:nvSpPr>
          <p:cNvPr id="50" name="Freeform 102">
            <a:extLst>
              <a:ext uri="{FF2B5EF4-FFF2-40B4-BE49-F238E27FC236}">
                <a16:creationId xmlns:a16="http://schemas.microsoft.com/office/drawing/2014/main" id="{6A62005D-6E71-B214-2A29-BFD9F334AEF1}"/>
              </a:ext>
            </a:extLst>
          </p:cNvPr>
          <p:cNvSpPr/>
          <p:nvPr userDrawn="1"/>
        </p:nvSpPr>
        <p:spPr>
          <a:xfrm>
            <a:off x="10048072" y="5302649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28004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Pink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#28004A</a:t>
            </a:r>
          </a:p>
        </p:txBody>
      </p:sp>
      <p:sp>
        <p:nvSpPr>
          <p:cNvPr id="51" name="Freeform 107">
            <a:extLst>
              <a:ext uri="{FF2B5EF4-FFF2-40B4-BE49-F238E27FC236}">
                <a16:creationId xmlns:a16="http://schemas.microsoft.com/office/drawing/2014/main" id="{F9558B7D-AA7B-F466-C1B6-364275904FF5}"/>
              </a:ext>
            </a:extLst>
          </p:cNvPr>
          <p:cNvSpPr/>
          <p:nvPr userDrawn="1"/>
        </p:nvSpPr>
        <p:spPr>
          <a:xfrm>
            <a:off x="503870" y="589811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E2D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Indigo 2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#E2D8FF</a:t>
            </a:r>
          </a:p>
        </p:txBody>
      </p:sp>
      <p:sp>
        <p:nvSpPr>
          <p:cNvPr id="52" name="Freeform 112">
            <a:extLst>
              <a:ext uri="{FF2B5EF4-FFF2-40B4-BE49-F238E27FC236}">
                <a16:creationId xmlns:a16="http://schemas.microsoft.com/office/drawing/2014/main" id="{F58FB485-B376-0DC0-AC60-1825E34C0BFE}"/>
              </a:ext>
            </a:extLst>
          </p:cNvPr>
          <p:cNvSpPr/>
          <p:nvPr userDrawn="1"/>
        </p:nvSpPr>
        <p:spPr>
          <a:xfrm>
            <a:off x="2404535" y="589811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B894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000000"/>
                </a:solidFill>
                <a:latin typeface="72 Brand"/>
              </a:rPr>
              <a:t>Indigo 4</a:t>
            </a:r>
            <a:br>
              <a:rPr lang="en-US" sz="1200">
                <a:solidFill>
                  <a:srgbClr val="000000"/>
                </a:solidFill>
                <a:latin typeface="72 Brand"/>
              </a:rPr>
            </a:br>
            <a:r>
              <a:rPr lang="en-US" sz="1200">
                <a:solidFill>
                  <a:srgbClr val="000000"/>
                </a:solidFill>
                <a:latin typeface="72 Brand"/>
              </a:rPr>
              <a:t>#B894FF</a:t>
            </a:r>
          </a:p>
        </p:txBody>
      </p:sp>
      <p:sp>
        <p:nvSpPr>
          <p:cNvPr id="53" name="Freeform 111">
            <a:extLst>
              <a:ext uri="{FF2B5EF4-FFF2-40B4-BE49-F238E27FC236}">
                <a16:creationId xmlns:a16="http://schemas.microsoft.com/office/drawing/2014/main" id="{E507AF13-4657-238A-2511-149A7719182F}"/>
              </a:ext>
            </a:extLst>
          </p:cNvPr>
          <p:cNvSpPr/>
          <p:nvPr userDrawn="1"/>
        </p:nvSpPr>
        <p:spPr>
          <a:xfrm>
            <a:off x="4305200" y="589811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7858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Indigo 6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#7858FF</a:t>
            </a:r>
          </a:p>
        </p:txBody>
      </p:sp>
      <p:sp>
        <p:nvSpPr>
          <p:cNvPr id="54" name="Freeform 110">
            <a:extLst>
              <a:ext uri="{FF2B5EF4-FFF2-40B4-BE49-F238E27FC236}">
                <a16:creationId xmlns:a16="http://schemas.microsoft.com/office/drawing/2014/main" id="{D856B3A7-2366-B45C-16D0-FE87105F81DD}"/>
              </a:ext>
            </a:extLst>
          </p:cNvPr>
          <p:cNvSpPr/>
          <p:nvPr userDrawn="1"/>
        </p:nvSpPr>
        <p:spPr>
          <a:xfrm>
            <a:off x="6225801" y="5898112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5D36F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Indigo 7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#5D36FF</a:t>
            </a:r>
          </a:p>
        </p:txBody>
      </p:sp>
      <p:sp>
        <p:nvSpPr>
          <p:cNvPr id="55" name="Freeform 109">
            <a:extLst>
              <a:ext uri="{FF2B5EF4-FFF2-40B4-BE49-F238E27FC236}">
                <a16:creationId xmlns:a16="http://schemas.microsoft.com/office/drawing/2014/main" id="{7799D5EF-EB56-B65F-BAE3-2C832902B6E1}"/>
              </a:ext>
            </a:extLst>
          </p:cNvPr>
          <p:cNvSpPr/>
          <p:nvPr userDrawn="1"/>
        </p:nvSpPr>
        <p:spPr>
          <a:xfrm>
            <a:off x="8127471" y="589728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1C0C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Indigo 10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#1C0C6E</a:t>
            </a:r>
          </a:p>
        </p:txBody>
      </p:sp>
      <p:sp>
        <p:nvSpPr>
          <p:cNvPr id="56" name="Freeform 108">
            <a:extLst>
              <a:ext uri="{FF2B5EF4-FFF2-40B4-BE49-F238E27FC236}">
                <a16:creationId xmlns:a16="http://schemas.microsoft.com/office/drawing/2014/main" id="{FEBFCC16-A965-7C12-80D6-5D77FCCE96ED}"/>
              </a:ext>
            </a:extLst>
          </p:cNvPr>
          <p:cNvSpPr/>
          <p:nvPr userDrawn="1"/>
        </p:nvSpPr>
        <p:spPr>
          <a:xfrm>
            <a:off x="10048072" y="5897287"/>
            <a:ext cx="1655569" cy="455888"/>
          </a:xfrm>
          <a:custGeom>
            <a:avLst/>
            <a:gdLst>
              <a:gd name="connsiteX0" fmla="*/ 0 w 1601333"/>
              <a:gd name="connsiteY0" fmla="*/ 0 h 456007"/>
              <a:gd name="connsiteX1" fmla="*/ 1601334 w 1601333"/>
              <a:gd name="connsiteY1" fmla="*/ 0 h 456007"/>
              <a:gd name="connsiteX2" fmla="*/ 1601334 w 1601333"/>
              <a:gd name="connsiteY2" fmla="*/ 456008 h 456007"/>
              <a:gd name="connsiteX3" fmla="*/ 0 w 1601333"/>
              <a:gd name="connsiteY3" fmla="*/ 456008 h 456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1333" h="456007">
                <a:moveTo>
                  <a:pt x="0" y="0"/>
                </a:moveTo>
                <a:lnTo>
                  <a:pt x="1601334" y="0"/>
                </a:lnTo>
                <a:lnTo>
                  <a:pt x="1601334" y="456008"/>
                </a:lnTo>
                <a:lnTo>
                  <a:pt x="0" y="456008"/>
                </a:lnTo>
                <a:close/>
              </a:path>
            </a:pathLst>
          </a:custGeom>
          <a:solidFill>
            <a:srgbClr val="0E063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algn="ctr" defTabSz="1088122"/>
            <a:r>
              <a:rPr lang="en-US" sz="1200">
                <a:solidFill>
                  <a:srgbClr val="FFFFFF"/>
                </a:solidFill>
                <a:latin typeface="72 Brand"/>
              </a:rPr>
              <a:t>Indigo 11</a:t>
            </a:r>
            <a:br>
              <a:rPr lang="en-US" sz="1200">
                <a:solidFill>
                  <a:srgbClr val="FFFFFF"/>
                </a:solidFill>
                <a:latin typeface="72 Brand"/>
              </a:rPr>
            </a:br>
            <a:r>
              <a:rPr lang="en-US" sz="1200">
                <a:solidFill>
                  <a:srgbClr val="FFFFFF"/>
                </a:solidFill>
                <a:latin typeface="72 Brand"/>
              </a:rPr>
              <a:t>#0E0637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7FA32D-3AB1-18F1-69D9-16F835A2D5D6}"/>
              </a:ext>
            </a:extLst>
          </p:cNvPr>
          <p:cNvSpPr txBox="1"/>
          <p:nvPr userDrawn="1"/>
        </p:nvSpPr>
        <p:spPr>
          <a:xfrm>
            <a:off x="503870" y="309986"/>
            <a:ext cx="5559361" cy="1938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GB" sz="1400">
                <a:latin typeface="+mn-lt"/>
              </a:rPr>
              <a:t>Delete this slide after reading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0C01D-E3A8-4569-013D-D597865C884B}"/>
              </a:ext>
            </a:extLst>
          </p:cNvPr>
          <p:cNvSpPr txBox="1"/>
          <p:nvPr userDrawn="1"/>
        </p:nvSpPr>
        <p:spPr>
          <a:xfrm>
            <a:off x="505443" y="537300"/>
            <a:ext cx="10725207" cy="3323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GB" sz="2399">
                <a:latin typeface="72 Brand Medium" panose="020B0604030603020204" pitchFamily="34" charset="0"/>
              </a:rPr>
              <a:t>Tips &amp; Tricks - Your user guide – </a:t>
            </a:r>
            <a:r>
              <a:rPr lang="en-GB" sz="2399" err="1">
                <a:latin typeface="72 Brand Medium" panose="020B0604030603020204" pitchFamily="34" charset="0"/>
              </a:rPr>
              <a:t>Color</a:t>
            </a:r>
            <a:r>
              <a:rPr lang="en-GB" sz="2399">
                <a:latin typeface="72 Brand Medium" panose="020B0604030603020204" pitchFamily="34" charset="0"/>
              </a:rPr>
              <a:t> Palette</a:t>
            </a:r>
          </a:p>
        </p:txBody>
      </p:sp>
    </p:spTree>
    <p:extLst>
      <p:ext uri="{BB962C8B-B14F-4D97-AF65-F5344CB8AC3E}">
        <p14:creationId xmlns:p14="http://schemas.microsoft.com/office/powerpoint/2010/main" val="216802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4" orient="horz" pos="55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Copilot layout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8E908C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81" tIns="71981" rIns="71981" bIns="7198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4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399" b="0" noProof="0">
                <a:solidFill>
                  <a:schemeClr val="bg1"/>
                </a:solidFill>
                <a:latin typeface="+mj-lt"/>
              </a:rPr>
              <a:t>The layouts following this </a:t>
            </a:r>
            <a:r>
              <a:rPr lang="en-GB" sz="4399" b="0" i="1" noProof="0">
                <a:solidFill>
                  <a:schemeClr val="bg1"/>
                </a:solidFill>
                <a:latin typeface="+mj-lt"/>
              </a:rPr>
              <a:t>are MS Copilot ones</a:t>
            </a:r>
            <a:r>
              <a:rPr lang="en-GB" sz="4399" b="0" i="0" noProof="0">
                <a:solidFill>
                  <a:schemeClr val="bg1"/>
                </a:solidFill>
                <a:latin typeface="+mj-lt"/>
              </a:rPr>
              <a:t> - please </a:t>
            </a:r>
            <a:r>
              <a:rPr lang="en-GB" sz="4399" b="0" noProof="0">
                <a:solidFill>
                  <a:schemeClr val="bg1"/>
                </a:solidFill>
                <a:latin typeface="+mn-lt"/>
              </a:rPr>
              <a:t>do not use them. These layouts </a:t>
            </a:r>
            <a:r>
              <a:rPr lang="en-GB" sz="4399" b="0" i="1" u="sng" noProof="0">
                <a:solidFill>
                  <a:schemeClr val="bg1"/>
                </a:solidFill>
                <a:latin typeface="+mj-lt"/>
              </a:rPr>
              <a:t>are not </a:t>
            </a:r>
            <a:r>
              <a:rPr lang="en-GB" sz="4399" b="0" noProof="0">
                <a:solidFill>
                  <a:schemeClr val="bg1"/>
                </a:solidFill>
                <a:latin typeface="+mn-lt"/>
              </a:rPr>
              <a:t>for manual use</a:t>
            </a:r>
            <a:br>
              <a:rPr lang="en-GB" sz="2799" b="0" noProof="0">
                <a:solidFill>
                  <a:schemeClr val="bg1"/>
                </a:solidFill>
                <a:latin typeface="+mn-lt"/>
              </a:rPr>
            </a:br>
            <a:br>
              <a:rPr lang="en-GB" sz="2799" b="0" noProof="0">
                <a:solidFill>
                  <a:schemeClr val="bg1"/>
                </a:solidFill>
                <a:latin typeface="+mn-lt"/>
              </a:rPr>
            </a:br>
            <a:endParaRPr lang="en-GB" sz="2799" b="0" noProof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3029169"/>
            <a:ext cx="101523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597" b="1" i="1" noProof="0">
                <a:solidFill>
                  <a:schemeClr val="bg1"/>
                </a:solidFill>
                <a:latin typeface="+mj-lt"/>
              </a:rPr>
              <a:t>Copilot layouts</a:t>
            </a:r>
            <a:endParaRPr lang="en-GB" sz="1799" b="1" i="1" noProof="0">
              <a:latin typeface="+mj-lt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1999" b="0" noProof="0">
                <a:solidFill>
                  <a:schemeClr val="bg1"/>
                </a:solidFill>
                <a:latin typeface="+mn-lt"/>
              </a:rPr>
              <a:t>Due to MS Copilot functionality these layouts are placed in your template to be used ONLY in the Generative AI process. </a:t>
            </a:r>
            <a:br>
              <a:rPr lang="en-GB" sz="1999" b="0" noProof="0">
                <a:solidFill>
                  <a:schemeClr val="bg1"/>
                </a:solidFill>
                <a:latin typeface="+mn-lt"/>
              </a:rPr>
            </a:br>
            <a:endParaRPr lang="en-GB" sz="1999" b="0" noProof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96" y="6537074"/>
            <a:ext cx="98501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126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06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E5A79F-CEE8-4C11-A8A5-0D02CD0019B9}" type="datetime4">
              <a:rPr lang="en-US" smtClean="0"/>
              <a:pPr/>
              <a:t>June 17, 2026</a:t>
            </a:fld>
            <a:endParaRPr lang="en-GB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273" y="6537074"/>
            <a:ext cx="2947583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126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06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257" y="6537074"/>
            <a:ext cx="265769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126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06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08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DE307C8-D1C3-00E2-C5B0-2A7EBB981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61496"/>
          </a:xfrm>
          <a:prstGeom prst="rect">
            <a:avLst/>
          </a:prstGeom>
        </p:spPr>
      </p:pic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6C575B3E-49FD-8450-F2CB-84C6E7A115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52159" y="1230008"/>
            <a:ext cx="5612260" cy="2756252"/>
          </a:xfrm>
          <a:prstGeom prst="rect">
            <a:avLst/>
          </a:prstGeom>
        </p:spPr>
      </p:pic>
      <p:pic>
        <p:nvPicPr>
          <p:cNvPr id="28936725" name="Acquired Company Logo Placeholder" descr="{&quot;templafy&quot;:{&quot;id&quot;:&quot;e24a6e43-600a-4c6b-89de-bcf3787a4fa8&quot;}}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501" y="2141327"/>
            <a:ext cx="4124850" cy="266010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F6D8674-EA25-0C87-7F7A-4B6FFA7F1F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73126" y="0"/>
            <a:ext cx="4318875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222ABC1-A03E-5EDE-02E2-6F3794850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3869" y="2206502"/>
            <a:ext cx="5464339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+mj-lt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844420652" name="LogoWhite-Dynamic" descr="{&quot;templafy&quot;:{&quot;id&quot;:&quot;8ffb050c-6e24-404e-b5f8-86f22ad24109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170C7C75-B8E8-8263-D763-8DE1A07D60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869" y="4267201"/>
            <a:ext cx="5470448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bg1"/>
                </a:solidFill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294239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389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1B9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-form: Shape 4">
            <a:extLst>
              <a:ext uri="{FF2B5EF4-FFF2-40B4-BE49-F238E27FC236}">
                <a16:creationId xmlns:a16="http://schemas.microsoft.com/office/drawing/2014/main" id="{2CB99639-CA6D-C021-C2BB-8FB93A08B673}"/>
              </a:ext>
            </a:extLst>
          </p:cNvPr>
          <p:cNvSpPr/>
          <p:nvPr userDrawn="1"/>
        </p:nvSpPr>
        <p:spPr bwMode="gray">
          <a:xfrm>
            <a:off x="6921512" y="0"/>
            <a:ext cx="5270488" cy="6858000"/>
          </a:xfrm>
          <a:custGeom>
            <a:avLst/>
            <a:gdLst>
              <a:gd name="connsiteX0" fmla="*/ 4527845 w 5271861"/>
              <a:gd name="connsiteY0" fmla="*/ 6407328 h 6858000"/>
              <a:gd name="connsiteX1" fmla="*/ 4527845 w 5271861"/>
              <a:gd name="connsiteY1" fmla="*/ 6579564 h 6858000"/>
              <a:gd name="connsiteX2" fmla="*/ 4716336 w 5271861"/>
              <a:gd name="connsiteY2" fmla="*/ 6579564 h 6858000"/>
              <a:gd name="connsiteX3" fmla="*/ 4898746 w 5271861"/>
              <a:gd name="connsiteY3" fmla="*/ 6407328 h 6858000"/>
              <a:gd name="connsiteX4" fmla="*/ 3485857 w 5271861"/>
              <a:gd name="connsiteY4" fmla="*/ 6407328 h 6858000"/>
              <a:gd name="connsiteX5" fmla="*/ 3485857 w 5271861"/>
              <a:gd name="connsiteY5" fmla="*/ 6579564 h 6858000"/>
              <a:gd name="connsiteX6" fmla="*/ 3674348 w 5271861"/>
              <a:gd name="connsiteY6" fmla="*/ 6579564 h 6858000"/>
              <a:gd name="connsiteX7" fmla="*/ 3856758 w 5271861"/>
              <a:gd name="connsiteY7" fmla="*/ 6407328 h 6858000"/>
              <a:gd name="connsiteX8" fmla="*/ 2443870 w 5271861"/>
              <a:gd name="connsiteY8" fmla="*/ 6407328 h 6858000"/>
              <a:gd name="connsiteX9" fmla="*/ 2443870 w 5271861"/>
              <a:gd name="connsiteY9" fmla="*/ 6579564 h 6858000"/>
              <a:gd name="connsiteX10" fmla="*/ 2635134 w 5271861"/>
              <a:gd name="connsiteY10" fmla="*/ 6579564 h 6858000"/>
              <a:gd name="connsiteX11" fmla="*/ 2820227 w 5271861"/>
              <a:gd name="connsiteY11" fmla="*/ 6407328 h 6858000"/>
              <a:gd name="connsiteX12" fmla="*/ 1407336 w 5271861"/>
              <a:gd name="connsiteY12" fmla="*/ 6407328 h 6858000"/>
              <a:gd name="connsiteX13" fmla="*/ 1407336 w 5271861"/>
              <a:gd name="connsiteY13" fmla="*/ 6579564 h 6858000"/>
              <a:gd name="connsiteX14" fmla="*/ 1595827 w 5271861"/>
              <a:gd name="connsiteY14" fmla="*/ 6579564 h 6858000"/>
              <a:gd name="connsiteX15" fmla="*/ 1778237 w 5271861"/>
              <a:gd name="connsiteY15" fmla="*/ 6407328 h 6858000"/>
              <a:gd name="connsiteX16" fmla="*/ 365348 w 5271861"/>
              <a:gd name="connsiteY16" fmla="*/ 6407328 h 6858000"/>
              <a:gd name="connsiteX17" fmla="*/ 365348 w 5271861"/>
              <a:gd name="connsiteY17" fmla="*/ 6579564 h 6858000"/>
              <a:gd name="connsiteX18" fmla="*/ 553839 w 5271861"/>
              <a:gd name="connsiteY18" fmla="*/ 6579564 h 6858000"/>
              <a:gd name="connsiteX19" fmla="*/ 736249 w 5271861"/>
              <a:gd name="connsiteY19" fmla="*/ 6407328 h 6858000"/>
              <a:gd name="connsiteX20" fmla="*/ 4527845 w 5271861"/>
              <a:gd name="connsiteY20" fmla="*/ 5635335 h 6858000"/>
              <a:gd name="connsiteX21" fmla="*/ 4527845 w 5271861"/>
              <a:gd name="connsiteY21" fmla="*/ 5807571 h 6858000"/>
              <a:gd name="connsiteX22" fmla="*/ 4716336 w 5271861"/>
              <a:gd name="connsiteY22" fmla="*/ 5807571 h 6858000"/>
              <a:gd name="connsiteX23" fmla="*/ 4898746 w 5271861"/>
              <a:gd name="connsiteY23" fmla="*/ 5635335 h 6858000"/>
              <a:gd name="connsiteX24" fmla="*/ 3485857 w 5271861"/>
              <a:gd name="connsiteY24" fmla="*/ 5635335 h 6858000"/>
              <a:gd name="connsiteX25" fmla="*/ 3485857 w 5271861"/>
              <a:gd name="connsiteY25" fmla="*/ 5807571 h 6858000"/>
              <a:gd name="connsiteX26" fmla="*/ 3674348 w 5271861"/>
              <a:gd name="connsiteY26" fmla="*/ 5807571 h 6858000"/>
              <a:gd name="connsiteX27" fmla="*/ 3856758 w 5271861"/>
              <a:gd name="connsiteY27" fmla="*/ 5635335 h 6858000"/>
              <a:gd name="connsiteX28" fmla="*/ 2443870 w 5271861"/>
              <a:gd name="connsiteY28" fmla="*/ 5635335 h 6858000"/>
              <a:gd name="connsiteX29" fmla="*/ 2443870 w 5271861"/>
              <a:gd name="connsiteY29" fmla="*/ 5807571 h 6858000"/>
              <a:gd name="connsiteX30" fmla="*/ 2635134 w 5271861"/>
              <a:gd name="connsiteY30" fmla="*/ 5807571 h 6858000"/>
              <a:gd name="connsiteX31" fmla="*/ 2820227 w 5271861"/>
              <a:gd name="connsiteY31" fmla="*/ 5635335 h 6858000"/>
              <a:gd name="connsiteX32" fmla="*/ 1407336 w 5271861"/>
              <a:gd name="connsiteY32" fmla="*/ 5635335 h 6858000"/>
              <a:gd name="connsiteX33" fmla="*/ 1407336 w 5271861"/>
              <a:gd name="connsiteY33" fmla="*/ 5807571 h 6858000"/>
              <a:gd name="connsiteX34" fmla="*/ 1595827 w 5271861"/>
              <a:gd name="connsiteY34" fmla="*/ 5807571 h 6858000"/>
              <a:gd name="connsiteX35" fmla="*/ 1778237 w 5271861"/>
              <a:gd name="connsiteY35" fmla="*/ 5635335 h 6858000"/>
              <a:gd name="connsiteX36" fmla="*/ 365348 w 5271861"/>
              <a:gd name="connsiteY36" fmla="*/ 5635335 h 6858000"/>
              <a:gd name="connsiteX37" fmla="*/ 365348 w 5271861"/>
              <a:gd name="connsiteY37" fmla="*/ 5807571 h 6858000"/>
              <a:gd name="connsiteX38" fmla="*/ 553839 w 5271861"/>
              <a:gd name="connsiteY38" fmla="*/ 5807571 h 6858000"/>
              <a:gd name="connsiteX39" fmla="*/ 736249 w 5271861"/>
              <a:gd name="connsiteY39" fmla="*/ 5635335 h 6858000"/>
              <a:gd name="connsiteX40" fmla="*/ 4527845 w 5271861"/>
              <a:gd name="connsiteY40" fmla="*/ 4869722 h 6858000"/>
              <a:gd name="connsiteX41" fmla="*/ 4527845 w 5271861"/>
              <a:gd name="connsiteY41" fmla="*/ 5041958 h 6858000"/>
              <a:gd name="connsiteX42" fmla="*/ 4716336 w 5271861"/>
              <a:gd name="connsiteY42" fmla="*/ 5041958 h 6858000"/>
              <a:gd name="connsiteX43" fmla="*/ 4898746 w 5271861"/>
              <a:gd name="connsiteY43" fmla="*/ 4869722 h 6858000"/>
              <a:gd name="connsiteX44" fmla="*/ 3485857 w 5271861"/>
              <a:gd name="connsiteY44" fmla="*/ 4869722 h 6858000"/>
              <a:gd name="connsiteX45" fmla="*/ 3485857 w 5271861"/>
              <a:gd name="connsiteY45" fmla="*/ 5041958 h 6858000"/>
              <a:gd name="connsiteX46" fmla="*/ 3674348 w 5271861"/>
              <a:gd name="connsiteY46" fmla="*/ 5041958 h 6858000"/>
              <a:gd name="connsiteX47" fmla="*/ 3856758 w 5271861"/>
              <a:gd name="connsiteY47" fmla="*/ 4869722 h 6858000"/>
              <a:gd name="connsiteX48" fmla="*/ 2443870 w 5271861"/>
              <a:gd name="connsiteY48" fmla="*/ 4869722 h 6858000"/>
              <a:gd name="connsiteX49" fmla="*/ 2443870 w 5271861"/>
              <a:gd name="connsiteY49" fmla="*/ 5041958 h 6858000"/>
              <a:gd name="connsiteX50" fmla="*/ 2635134 w 5271861"/>
              <a:gd name="connsiteY50" fmla="*/ 5041958 h 6858000"/>
              <a:gd name="connsiteX51" fmla="*/ 2820227 w 5271861"/>
              <a:gd name="connsiteY51" fmla="*/ 4869722 h 6858000"/>
              <a:gd name="connsiteX52" fmla="*/ 1407336 w 5271861"/>
              <a:gd name="connsiteY52" fmla="*/ 4869722 h 6858000"/>
              <a:gd name="connsiteX53" fmla="*/ 1407336 w 5271861"/>
              <a:gd name="connsiteY53" fmla="*/ 5041958 h 6858000"/>
              <a:gd name="connsiteX54" fmla="*/ 1595827 w 5271861"/>
              <a:gd name="connsiteY54" fmla="*/ 5041958 h 6858000"/>
              <a:gd name="connsiteX55" fmla="*/ 1778237 w 5271861"/>
              <a:gd name="connsiteY55" fmla="*/ 4869722 h 6858000"/>
              <a:gd name="connsiteX56" fmla="*/ 365348 w 5271861"/>
              <a:gd name="connsiteY56" fmla="*/ 4869722 h 6858000"/>
              <a:gd name="connsiteX57" fmla="*/ 365348 w 5271861"/>
              <a:gd name="connsiteY57" fmla="*/ 5041958 h 6858000"/>
              <a:gd name="connsiteX58" fmla="*/ 553839 w 5271861"/>
              <a:gd name="connsiteY58" fmla="*/ 5041958 h 6858000"/>
              <a:gd name="connsiteX59" fmla="*/ 736249 w 5271861"/>
              <a:gd name="connsiteY59" fmla="*/ 4869722 h 6858000"/>
              <a:gd name="connsiteX60" fmla="*/ 4527845 w 5271861"/>
              <a:gd name="connsiteY60" fmla="*/ 4097728 h 6858000"/>
              <a:gd name="connsiteX61" fmla="*/ 4527845 w 5271861"/>
              <a:gd name="connsiteY61" fmla="*/ 4269964 h 6858000"/>
              <a:gd name="connsiteX62" fmla="*/ 4716336 w 5271861"/>
              <a:gd name="connsiteY62" fmla="*/ 4269964 h 6858000"/>
              <a:gd name="connsiteX63" fmla="*/ 4898746 w 5271861"/>
              <a:gd name="connsiteY63" fmla="*/ 4097728 h 6858000"/>
              <a:gd name="connsiteX64" fmla="*/ 3485857 w 5271861"/>
              <a:gd name="connsiteY64" fmla="*/ 4097728 h 6858000"/>
              <a:gd name="connsiteX65" fmla="*/ 3485857 w 5271861"/>
              <a:gd name="connsiteY65" fmla="*/ 4269964 h 6858000"/>
              <a:gd name="connsiteX66" fmla="*/ 3674348 w 5271861"/>
              <a:gd name="connsiteY66" fmla="*/ 4269964 h 6858000"/>
              <a:gd name="connsiteX67" fmla="*/ 3856758 w 5271861"/>
              <a:gd name="connsiteY67" fmla="*/ 4097728 h 6858000"/>
              <a:gd name="connsiteX68" fmla="*/ 2443870 w 5271861"/>
              <a:gd name="connsiteY68" fmla="*/ 4097728 h 6858000"/>
              <a:gd name="connsiteX69" fmla="*/ 2443870 w 5271861"/>
              <a:gd name="connsiteY69" fmla="*/ 4269964 h 6858000"/>
              <a:gd name="connsiteX70" fmla="*/ 2635134 w 5271861"/>
              <a:gd name="connsiteY70" fmla="*/ 4269964 h 6858000"/>
              <a:gd name="connsiteX71" fmla="*/ 2820227 w 5271861"/>
              <a:gd name="connsiteY71" fmla="*/ 4097728 h 6858000"/>
              <a:gd name="connsiteX72" fmla="*/ 1407336 w 5271861"/>
              <a:gd name="connsiteY72" fmla="*/ 4097728 h 6858000"/>
              <a:gd name="connsiteX73" fmla="*/ 1407336 w 5271861"/>
              <a:gd name="connsiteY73" fmla="*/ 4269964 h 6858000"/>
              <a:gd name="connsiteX74" fmla="*/ 1595827 w 5271861"/>
              <a:gd name="connsiteY74" fmla="*/ 4269964 h 6858000"/>
              <a:gd name="connsiteX75" fmla="*/ 1778237 w 5271861"/>
              <a:gd name="connsiteY75" fmla="*/ 4097728 h 6858000"/>
              <a:gd name="connsiteX76" fmla="*/ 365348 w 5271861"/>
              <a:gd name="connsiteY76" fmla="*/ 4097728 h 6858000"/>
              <a:gd name="connsiteX77" fmla="*/ 365348 w 5271861"/>
              <a:gd name="connsiteY77" fmla="*/ 4269964 h 6858000"/>
              <a:gd name="connsiteX78" fmla="*/ 553839 w 5271861"/>
              <a:gd name="connsiteY78" fmla="*/ 4269964 h 6858000"/>
              <a:gd name="connsiteX79" fmla="*/ 736249 w 5271861"/>
              <a:gd name="connsiteY79" fmla="*/ 4097728 h 6858000"/>
              <a:gd name="connsiteX80" fmla="*/ 4527847 w 5271861"/>
              <a:gd name="connsiteY80" fmla="*/ 3332115 h 6858000"/>
              <a:gd name="connsiteX81" fmla="*/ 4527847 w 5271861"/>
              <a:gd name="connsiteY81" fmla="*/ 3497972 h 6858000"/>
              <a:gd name="connsiteX82" fmla="*/ 4716338 w 5271861"/>
              <a:gd name="connsiteY82" fmla="*/ 3497972 h 6858000"/>
              <a:gd name="connsiteX83" fmla="*/ 4898750 w 5271861"/>
              <a:gd name="connsiteY83" fmla="*/ 3332115 h 6858000"/>
              <a:gd name="connsiteX84" fmla="*/ 3485859 w 5271861"/>
              <a:gd name="connsiteY84" fmla="*/ 3332115 h 6858000"/>
              <a:gd name="connsiteX85" fmla="*/ 3485859 w 5271861"/>
              <a:gd name="connsiteY85" fmla="*/ 3497972 h 6858000"/>
              <a:gd name="connsiteX86" fmla="*/ 3674350 w 5271861"/>
              <a:gd name="connsiteY86" fmla="*/ 3497972 h 6858000"/>
              <a:gd name="connsiteX87" fmla="*/ 3856762 w 5271861"/>
              <a:gd name="connsiteY87" fmla="*/ 3332115 h 6858000"/>
              <a:gd name="connsiteX88" fmla="*/ 2443871 w 5271861"/>
              <a:gd name="connsiteY88" fmla="*/ 3332115 h 6858000"/>
              <a:gd name="connsiteX89" fmla="*/ 2443871 w 5271861"/>
              <a:gd name="connsiteY89" fmla="*/ 3497972 h 6858000"/>
              <a:gd name="connsiteX90" fmla="*/ 2635134 w 5271861"/>
              <a:gd name="connsiteY90" fmla="*/ 3497972 h 6858000"/>
              <a:gd name="connsiteX91" fmla="*/ 2820228 w 5271861"/>
              <a:gd name="connsiteY91" fmla="*/ 3332115 h 6858000"/>
              <a:gd name="connsiteX92" fmla="*/ 1407338 w 5271861"/>
              <a:gd name="connsiteY92" fmla="*/ 3332115 h 6858000"/>
              <a:gd name="connsiteX93" fmla="*/ 1407338 w 5271861"/>
              <a:gd name="connsiteY93" fmla="*/ 3497972 h 6858000"/>
              <a:gd name="connsiteX94" fmla="*/ 1595829 w 5271861"/>
              <a:gd name="connsiteY94" fmla="*/ 3497972 h 6858000"/>
              <a:gd name="connsiteX95" fmla="*/ 1778241 w 5271861"/>
              <a:gd name="connsiteY95" fmla="*/ 3332115 h 6858000"/>
              <a:gd name="connsiteX96" fmla="*/ 365350 w 5271861"/>
              <a:gd name="connsiteY96" fmla="*/ 3332115 h 6858000"/>
              <a:gd name="connsiteX97" fmla="*/ 365350 w 5271861"/>
              <a:gd name="connsiteY97" fmla="*/ 3497972 h 6858000"/>
              <a:gd name="connsiteX98" fmla="*/ 553841 w 5271861"/>
              <a:gd name="connsiteY98" fmla="*/ 3497972 h 6858000"/>
              <a:gd name="connsiteX99" fmla="*/ 736253 w 5271861"/>
              <a:gd name="connsiteY99" fmla="*/ 3332115 h 6858000"/>
              <a:gd name="connsiteX100" fmla="*/ 4527845 w 5271861"/>
              <a:gd name="connsiteY100" fmla="*/ 2560122 h 6858000"/>
              <a:gd name="connsiteX101" fmla="*/ 4527845 w 5271861"/>
              <a:gd name="connsiteY101" fmla="*/ 2732358 h 6858000"/>
              <a:gd name="connsiteX102" fmla="*/ 4716336 w 5271861"/>
              <a:gd name="connsiteY102" fmla="*/ 2732358 h 6858000"/>
              <a:gd name="connsiteX103" fmla="*/ 4898746 w 5271861"/>
              <a:gd name="connsiteY103" fmla="*/ 2560122 h 6858000"/>
              <a:gd name="connsiteX104" fmla="*/ 3485857 w 5271861"/>
              <a:gd name="connsiteY104" fmla="*/ 2560122 h 6858000"/>
              <a:gd name="connsiteX105" fmla="*/ 3485857 w 5271861"/>
              <a:gd name="connsiteY105" fmla="*/ 2732358 h 6858000"/>
              <a:gd name="connsiteX106" fmla="*/ 3674348 w 5271861"/>
              <a:gd name="connsiteY106" fmla="*/ 2732358 h 6858000"/>
              <a:gd name="connsiteX107" fmla="*/ 3856758 w 5271861"/>
              <a:gd name="connsiteY107" fmla="*/ 2560122 h 6858000"/>
              <a:gd name="connsiteX108" fmla="*/ 2443870 w 5271861"/>
              <a:gd name="connsiteY108" fmla="*/ 2560122 h 6858000"/>
              <a:gd name="connsiteX109" fmla="*/ 2443870 w 5271861"/>
              <a:gd name="connsiteY109" fmla="*/ 2732358 h 6858000"/>
              <a:gd name="connsiteX110" fmla="*/ 2635134 w 5271861"/>
              <a:gd name="connsiteY110" fmla="*/ 2732358 h 6858000"/>
              <a:gd name="connsiteX111" fmla="*/ 2820227 w 5271861"/>
              <a:gd name="connsiteY111" fmla="*/ 2560122 h 6858000"/>
              <a:gd name="connsiteX112" fmla="*/ 1407336 w 5271861"/>
              <a:gd name="connsiteY112" fmla="*/ 2560122 h 6858000"/>
              <a:gd name="connsiteX113" fmla="*/ 1407336 w 5271861"/>
              <a:gd name="connsiteY113" fmla="*/ 2732358 h 6858000"/>
              <a:gd name="connsiteX114" fmla="*/ 1595827 w 5271861"/>
              <a:gd name="connsiteY114" fmla="*/ 2732358 h 6858000"/>
              <a:gd name="connsiteX115" fmla="*/ 1778237 w 5271861"/>
              <a:gd name="connsiteY115" fmla="*/ 2560122 h 6858000"/>
              <a:gd name="connsiteX116" fmla="*/ 365348 w 5271861"/>
              <a:gd name="connsiteY116" fmla="*/ 2560122 h 6858000"/>
              <a:gd name="connsiteX117" fmla="*/ 365348 w 5271861"/>
              <a:gd name="connsiteY117" fmla="*/ 2732357 h 6858000"/>
              <a:gd name="connsiteX118" fmla="*/ 553839 w 5271861"/>
              <a:gd name="connsiteY118" fmla="*/ 2732357 h 6858000"/>
              <a:gd name="connsiteX119" fmla="*/ 736249 w 5271861"/>
              <a:gd name="connsiteY119" fmla="*/ 2560122 h 6858000"/>
              <a:gd name="connsiteX120" fmla="*/ 4527845 w 5271861"/>
              <a:gd name="connsiteY120" fmla="*/ 1788129 h 6858000"/>
              <a:gd name="connsiteX121" fmla="*/ 4527845 w 5271861"/>
              <a:gd name="connsiteY121" fmla="*/ 1960365 h 6858000"/>
              <a:gd name="connsiteX122" fmla="*/ 4716336 w 5271861"/>
              <a:gd name="connsiteY122" fmla="*/ 1960365 h 6858000"/>
              <a:gd name="connsiteX123" fmla="*/ 4898746 w 5271861"/>
              <a:gd name="connsiteY123" fmla="*/ 1788129 h 6858000"/>
              <a:gd name="connsiteX124" fmla="*/ 3485857 w 5271861"/>
              <a:gd name="connsiteY124" fmla="*/ 1788129 h 6858000"/>
              <a:gd name="connsiteX125" fmla="*/ 3485857 w 5271861"/>
              <a:gd name="connsiteY125" fmla="*/ 1960365 h 6858000"/>
              <a:gd name="connsiteX126" fmla="*/ 3674348 w 5271861"/>
              <a:gd name="connsiteY126" fmla="*/ 1960365 h 6858000"/>
              <a:gd name="connsiteX127" fmla="*/ 3856758 w 5271861"/>
              <a:gd name="connsiteY127" fmla="*/ 1788129 h 6858000"/>
              <a:gd name="connsiteX128" fmla="*/ 2443870 w 5271861"/>
              <a:gd name="connsiteY128" fmla="*/ 1788129 h 6858000"/>
              <a:gd name="connsiteX129" fmla="*/ 2443870 w 5271861"/>
              <a:gd name="connsiteY129" fmla="*/ 1960365 h 6858000"/>
              <a:gd name="connsiteX130" fmla="*/ 2635134 w 5271861"/>
              <a:gd name="connsiteY130" fmla="*/ 1960365 h 6858000"/>
              <a:gd name="connsiteX131" fmla="*/ 2820227 w 5271861"/>
              <a:gd name="connsiteY131" fmla="*/ 1788129 h 6858000"/>
              <a:gd name="connsiteX132" fmla="*/ 1407336 w 5271861"/>
              <a:gd name="connsiteY132" fmla="*/ 1788129 h 6858000"/>
              <a:gd name="connsiteX133" fmla="*/ 1407336 w 5271861"/>
              <a:gd name="connsiteY133" fmla="*/ 1960365 h 6858000"/>
              <a:gd name="connsiteX134" fmla="*/ 1595827 w 5271861"/>
              <a:gd name="connsiteY134" fmla="*/ 1960365 h 6858000"/>
              <a:gd name="connsiteX135" fmla="*/ 1778237 w 5271861"/>
              <a:gd name="connsiteY135" fmla="*/ 1788129 h 6858000"/>
              <a:gd name="connsiteX136" fmla="*/ 365348 w 5271861"/>
              <a:gd name="connsiteY136" fmla="*/ 1788128 h 6858000"/>
              <a:gd name="connsiteX137" fmla="*/ 365348 w 5271861"/>
              <a:gd name="connsiteY137" fmla="*/ 1960364 h 6858000"/>
              <a:gd name="connsiteX138" fmla="*/ 553839 w 5271861"/>
              <a:gd name="connsiteY138" fmla="*/ 1960364 h 6858000"/>
              <a:gd name="connsiteX139" fmla="*/ 736249 w 5271861"/>
              <a:gd name="connsiteY139" fmla="*/ 1788128 h 6858000"/>
              <a:gd name="connsiteX140" fmla="*/ 4527845 w 5271861"/>
              <a:gd name="connsiteY140" fmla="*/ 1022516 h 6858000"/>
              <a:gd name="connsiteX141" fmla="*/ 4527845 w 5271861"/>
              <a:gd name="connsiteY141" fmla="*/ 1194753 h 6858000"/>
              <a:gd name="connsiteX142" fmla="*/ 4716336 w 5271861"/>
              <a:gd name="connsiteY142" fmla="*/ 1194753 h 6858000"/>
              <a:gd name="connsiteX143" fmla="*/ 4898746 w 5271861"/>
              <a:gd name="connsiteY143" fmla="*/ 1022516 h 6858000"/>
              <a:gd name="connsiteX144" fmla="*/ 3485857 w 5271861"/>
              <a:gd name="connsiteY144" fmla="*/ 1022516 h 6858000"/>
              <a:gd name="connsiteX145" fmla="*/ 3485857 w 5271861"/>
              <a:gd name="connsiteY145" fmla="*/ 1194753 h 6858000"/>
              <a:gd name="connsiteX146" fmla="*/ 3674348 w 5271861"/>
              <a:gd name="connsiteY146" fmla="*/ 1194753 h 6858000"/>
              <a:gd name="connsiteX147" fmla="*/ 3856758 w 5271861"/>
              <a:gd name="connsiteY147" fmla="*/ 1022516 h 6858000"/>
              <a:gd name="connsiteX148" fmla="*/ 2443870 w 5271861"/>
              <a:gd name="connsiteY148" fmla="*/ 1022516 h 6858000"/>
              <a:gd name="connsiteX149" fmla="*/ 2443870 w 5271861"/>
              <a:gd name="connsiteY149" fmla="*/ 1194753 h 6858000"/>
              <a:gd name="connsiteX150" fmla="*/ 2635134 w 5271861"/>
              <a:gd name="connsiteY150" fmla="*/ 1194753 h 6858000"/>
              <a:gd name="connsiteX151" fmla="*/ 2820227 w 5271861"/>
              <a:gd name="connsiteY151" fmla="*/ 1022516 h 6858000"/>
              <a:gd name="connsiteX152" fmla="*/ 1407336 w 5271861"/>
              <a:gd name="connsiteY152" fmla="*/ 1022516 h 6858000"/>
              <a:gd name="connsiteX153" fmla="*/ 1407336 w 5271861"/>
              <a:gd name="connsiteY153" fmla="*/ 1194753 h 6858000"/>
              <a:gd name="connsiteX154" fmla="*/ 1595827 w 5271861"/>
              <a:gd name="connsiteY154" fmla="*/ 1194753 h 6858000"/>
              <a:gd name="connsiteX155" fmla="*/ 1778237 w 5271861"/>
              <a:gd name="connsiteY155" fmla="*/ 1022516 h 6858000"/>
              <a:gd name="connsiteX156" fmla="*/ 365348 w 5271861"/>
              <a:gd name="connsiteY156" fmla="*/ 1022515 h 6858000"/>
              <a:gd name="connsiteX157" fmla="*/ 365348 w 5271861"/>
              <a:gd name="connsiteY157" fmla="*/ 1194751 h 6858000"/>
              <a:gd name="connsiteX158" fmla="*/ 553839 w 5271861"/>
              <a:gd name="connsiteY158" fmla="*/ 1194751 h 6858000"/>
              <a:gd name="connsiteX159" fmla="*/ 736249 w 5271861"/>
              <a:gd name="connsiteY159" fmla="*/ 1022515 h 6858000"/>
              <a:gd name="connsiteX160" fmla="*/ 4527845 w 5271861"/>
              <a:gd name="connsiteY160" fmla="*/ 250524 h 6858000"/>
              <a:gd name="connsiteX161" fmla="*/ 4527845 w 5271861"/>
              <a:gd name="connsiteY161" fmla="*/ 422759 h 6858000"/>
              <a:gd name="connsiteX162" fmla="*/ 4716336 w 5271861"/>
              <a:gd name="connsiteY162" fmla="*/ 422759 h 6858000"/>
              <a:gd name="connsiteX163" fmla="*/ 4898746 w 5271861"/>
              <a:gd name="connsiteY163" fmla="*/ 250524 h 6858000"/>
              <a:gd name="connsiteX164" fmla="*/ 3485857 w 5271861"/>
              <a:gd name="connsiteY164" fmla="*/ 250524 h 6858000"/>
              <a:gd name="connsiteX165" fmla="*/ 3485857 w 5271861"/>
              <a:gd name="connsiteY165" fmla="*/ 422759 h 6858000"/>
              <a:gd name="connsiteX166" fmla="*/ 3674348 w 5271861"/>
              <a:gd name="connsiteY166" fmla="*/ 422759 h 6858000"/>
              <a:gd name="connsiteX167" fmla="*/ 3856758 w 5271861"/>
              <a:gd name="connsiteY167" fmla="*/ 250524 h 6858000"/>
              <a:gd name="connsiteX168" fmla="*/ 2443870 w 5271861"/>
              <a:gd name="connsiteY168" fmla="*/ 250524 h 6858000"/>
              <a:gd name="connsiteX169" fmla="*/ 2443870 w 5271861"/>
              <a:gd name="connsiteY169" fmla="*/ 422759 h 6858000"/>
              <a:gd name="connsiteX170" fmla="*/ 2635134 w 5271861"/>
              <a:gd name="connsiteY170" fmla="*/ 422759 h 6858000"/>
              <a:gd name="connsiteX171" fmla="*/ 2820227 w 5271861"/>
              <a:gd name="connsiteY171" fmla="*/ 250524 h 6858000"/>
              <a:gd name="connsiteX172" fmla="*/ 1407336 w 5271861"/>
              <a:gd name="connsiteY172" fmla="*/ 250524 h 6858000"/>
              <a:gd name="connsiteX173" fmla="*/ 1407336 w 5271861"/>
              <a:gd name="connsiteY173" fmla="*/ 422759 h 6858000"/>
              <a:gd name="connsiteX174" fmla="*/ 1595827 w 5271861"/>
              <a:gd name="connsiteY174" fmla="*/ 422759 h 6858000"/>
              <a:gd name="connsiteX175" fmla="*/ 1778237 w 5271861"/>
              <a:gd name="connsiteY175" fmla="*/ 250524 h 6858000"/>
              <a:gd name="connsiteX176" fmla="*/ 365348 w 5271861"/>
              <a:gd name="connsiteY176" fmla="*/ 250522 h 6858000"/>
              <a:gd name="connsiteX177" fmla="*/ 365348 w 5271861"/>
              <a:gd name="connsiteY177" fmla="*/ 422758 h 6858000"/>
              <a:gd name="connsiteX178" fmla="*/ 553839 w 5271861"/>
              <a:gd name="connsiteY178" fmla="*/ 422758 h 6858000"/>
              <a:gd name="connsiteX179" fmla="*/ 736249 w 5271861"/>
              <a:gd name="connsiteY179" fmla="*/ 250522 h 6858000"/>
              <a:gd name="connsiteX180" fmla="*/ 0 w 5271861"/>
              <a:gd name="connsiteY180" fmla="*/ 0 h 6858000"/>
              <a:gd name="connsiteX181" fmla="*/ 4923065 w 5271861"/>
              <a:gd name="connsiteY181" fmla="*/ 0 h 6858000"/>
              <a:gd name="connsiteX182" fmla="*/ 5092917 w 5271861"/>
              <a:gd name="connsiteY182" fmla="*/ 0 h 6858000"/>
              <a:gd name="connsiteX183" fmla="*/ 5271861 w 5271861"/>
              <a:gd name="connsiteY183" fmla="*/ 0 h 6858000"/>
              <a:gd name="connsiteX184" fmla="*/ 5271861 w 5271861"/>
              <a:gd name="connsiteY184" fmla="*/ 6858000 h 6858000"/>
              <a:gd name="connsiteX185" fmla="*/ 5092917 w 5271861"/>
              <a:gd name="connsiteY185" fmla="*/ 6858000 h 6858000"/>
              <a:gd name="connsiteX186" fmla="*/ 4923065 w 5271861"/>
              <a:gd name="connsiteY186" fmla="*/ 6858000 h 6858000"/>
              <a:gd name="connsiteX187" fmla="*/ 0 w 5271861"/>
              <a:gd name="connsiteY18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271861" h="6858000">
                <a:moveTo>
                  <a:pt x="4527845" y="6407328"/>
                </a:moveTo>
                <a:lnTo>
                  <a:pt x="4527845" y="6579564"/>
                </a:lnTo>
                <a:lnTo>
                  <a:pt x="4716336" y="6579564"/>
                </a:lnTo>
                <a:lnTo>
                  <a:pt x="4898746" y="6407328"/>
                </a:lnTo>
                <a:close/>
                <a:moveTo>
                  <a:pt x="3485857" y="6407328"/>
                </a:moveTo>
                <a:lnTo>
                  <a:pt x="3485857" y="6579564"/>
                </a:lnTo>
                <a:lnTo>
                  <a:pt x="3674348" y="6579564"/>
                </a:lnTo>
                <a:lnTo>
                  <a:pt x="3856758" y="6407328"/>
                </a:lnTo>
                <a:close/>
                <a:moveTo>
                  <a:pt x="2443870" y="6407328"/>
                </a:moveTo>
                <a:lnTo>
                  <a:pt x="2443870" y="6579564"/>
                </a:lnTo>
                <a:lnTo>
                  <a:pt x="2635134" y="6579564"/>
                </a:lnTo>
                <a:lnTo>
                  <a:pt x="2820227" y="6407328"/>
                </a:lnTo>
                <a:close/>
                <a:moveTo>
                  <a:pt x="1407336" y="6407328"/>
                </a:moveTo>
                <a:lnTo>
                  <a:pt x="1407336" y="6579564"/>
                </a:lnTo>
                <a:lnTo>
                  <a:pt x="1595827" y="6579564"/>
                </a:lnTo>
                <a:lnTo>
                  <a:pt x="1778237" y="6407328"/>
                </a:lnTo>
                <a:close/>
                <a:moveTo>
                  <a:pt x="365348" y="6407328"/>
                </a:moveTo>
                <a:lnTo>
                  <a:pt x="365348" y="6579564"/>
                </a:lnTo>
                <a:lnTo>
                  <a:pt x="553839" y="6579564"/>
                </a:lnTo>
                <a:lnTo>
                  <a:pt x="736249" y="6407328"/>
                </a:lnTo>
                <a:close/>
                <a:moveTo>
                  <a:pt x="4527845" y="5635335"/>
                </a:moveTo>
                <a:lnTo>
                  <a:pt x="4527845" y="5807571"/>
                </a:lnTo>
                <a:lnTo>
                  <a:pt x="4716336" y="5807571"/>
                </a:lnTo>
                <a:lnTo>
                  <a:pt x="4898746" y="5635335"/>
                </a:lnTo>
                <a:close/>
                <a:moveTo>
                  <a:pt x="3485857" y="5635335"/>
                </a:moveTo>
                <a:lnTo>
                  <a:pt x="3485857" y="5807571"/>
                </a:lnTo>
                <a:lnTo>
                  <a:pt x="3674348" y="5807571"/>
                </a:lnTo>
                <a:lnTo>
                  <a:pt x="3856758" y="5635335"/>
                </a:lnTo>
                <a:close/>
                <a:moveTo>
                  <a:pt x="2443870" y="5635335"/>
                </a:moveTo>
                <a:lnTo>
                  <a:pt x="2443870" y="5807571"/>
                </a:lnTo>
                <a:lnTo>
                  <a:pt x="2635134" y="5807571"/>
                </a:lnTo>
                <a:lnTo>
                  <a:pt x="2820227" y="5635335"/>
                </a:lnTo>
                <a:close/>
                <a:moveTo>
                  <a:pt x="1407336" y="5635335"/>
                </a:moveTo>
                <a:lnTo>
                  <a:pt x="1407336" y="5807571"/>
                </a:lnTo>
                <a:lnTo>
                  <a:pt x="1595827" y="5807571"/>
                </a:lnTo>
                <a:lnTo>
                  <a:pt x="1778237" y="5635335"/>
                </a:lnTo>
                <a:close/>
                <a:moveTo>
                  <a:pt x="365348" y="5635335"/>
                </a:moveTo>
                <a:lnTo>
                  <a:pt x="365348" y="5807571"/>
                </a:lnTo>
                <a:lnTo>
                  <a:pt x="553839" y="5807571"/>
                </a:lnTo>
                <a:lnTo>
                  <a:pt x="736249" y="5635335"/>
                </a:lnTo>
                <a:close/>
                <a:moveTo>
                  <a:pt x="4527845" y="4869722"/>
                </a:moveTo>
                <a:lnTo>
                  <a:pt x="4527845" y="5041958"/>
                </a:lnTo>
                <a:lnTo>
                  <a:pt x="4716336" y="5041958"/>
                </a:lnTo>
                <a:lnTo>
                  <a:pt x="4898746" y="4869722"/>
                </a:lnTo>
                <a:close/>
                <a:moveTo>
                  <a:pt x="3485857" y="4869722"/>
                </a:moveTo>
                <a:lnTo>
                  <a:pt x="3485857" y="5041958"/>
                </a:lnTo>
                <a:lnTo>
                  <a:pt x="3674348" y="5041958"/>
                </a:lnTo>
                <a:lnTo>
                  <a:pt x="3856758" y="4869722"/>
                </a:lnTo>
                <a:close/>
                <a:moveTo>
                  <a:pt x="2443870" y="4869722"/>
                </a:moveTo>
                <a:lnTo>
                  <a:pt x="2443870" y="5041958"/>
                </a:lnTo>
                <a:lnTo>
                  <a:pt x="2635134" y="5041958"/>
                </a:lnTo>
                <a:lnTo>
                  <a:pt x="2820227" y="4869722"/>
                </a:lnTo>
                <a:close/>
                <a:moveTo>
                  <a:pt x="1407336" y="4869722"/>
                </a:moveTo>
                <a:lnTo>
                  <a:pt x="1407336" y="5041958"/>
                </a:lnTo>
                <a:lnTo>
                  <a:pt x="1595827" y="5041958"/>
                </a:lnTo>
                <a:lnTo>
                  <a:pt x="1778237" y="4869722"/>
                </a:lnTo>
                <a:close/>
                <a:moveTo>
                  <a:pt x="365348" y="4869722"/>
                </a:moveTo>
                <a:lnTo>
                  <a:pt x="365348" y="5041958"/>
                </a:lnTo>
                <a:lnTo>
                  <a:pt x="553839" y="5041958"/>
                </a:lnTo>
                <a:lnTo>
                  <a:pt x="736249" y="4869722"/>
                </a:lnTo>
                <a:close/>
                <a:moveTo>
                  <a:pt x="4527845" y="4097728"/>
                </a:moveTo>
                <a:lnTo>
                  <a:pt x="4527845" y="4269964"/>
                </a:lnTo>
                <a:lnTo>
                  <a:pt x="4716336" y="4269964"/>
                </a:lnTo>
                <a:lnTo>
                  <a:pt x="4898746" y="4097728"/>
                </a:lnTo>
                <a:close/>
                <a:moveTo>
                  <a:pt x="3485857" y="4097728"/>
                </a:moveTo>
                <a:lnTo>
                  <a:pt x="3485857" y="4269964"/>
                </a:lnTo>
                <a:lnTo>
                  <a:pt x="3674348" y="4269964"/>
                </a:lnTo>
                <a:lnTo>
                  <a:pt x="3856758" y="4097728"/>
                </a:lnTo>
                <a:close/>
                <a:moveTo>
                  <a:pt x="2443870" y="4097728"/>
                </a:moveTo>
                <a:lnTo>
                  <a:pt x="2443870" y="4269964"/>
                </a:lnTo>
                <a:lnTo>
                  <a:pt x="2635134" y="4269964"/>
                </a:lnTo>
                <a:lnTo>
                  <a:pt x="2820227" y="4097728"/>
                </a:lnTo>
                <a:close/>
                <a:moveTo>
                  <a:pt x="1407336" y="4097728"/>
                </a:moveTo>
                <a:lnTo>
                  <a:pt x="1407336" y="4269964"/>
                </a:lnTo>
                <a:lnTo>
                  <a:pt x="1595827" y="4269964"/>
                </a:lnTo>
                <a:lnTo>
                  <a:pt x="1778237" y="4097728"/>
                </a:lnTo>
                <a:close/>
                <a:moveTo>
                  <a:pt x="365348" y="4097728"/>
                </a:moveTo>
                <a:lnTo>
                  <a:pt x="365348" y="4269964"/>
                </a:lnTo>
                <a:lnTo>
                  <a:pt x="553839" y="4269964"/>
                </a:lnTo>
                <a:lnTo>
                  <a:pt x="736249" y="4097728"/>
                </a:lnTo>
                <a:close/>
                <a:moveTo>
                  <a:pt x="4527847" y="3332115"/>
                </a:moveTo>
                <a:lnTo>
                  <a:pt x="4527847" y="3497972"/>
                </a:lnTo>
                <a:lnTo>
                  <a:pt x="4716338" y="3497972"/>
                </a:lnTo>
                <a:lnTo>
                  <a:pt x="4898750" y="3332115"/>
                </a:lnTo>
                <a:close/>
                <a:moveTo>
                  <a:pt x="3485859" y="3332115"/>
                </a:moveTo>
                <a:lnTo>
                  <a:pt x="3485859" y="3497972"/>
                </a:lnTo>
                <a:lnTo>
                  <a:pt x="3674350" y="3497972"/>
                </a:lnTo>
                <a:lnTo>
                  <a:pt x="3856762" y="3332115"/>
                </a:lnTo>
                <a:close/>
                <a:moveTo>
                  <a:pt x="2443871" y="3332115"/>
                </a:moveTo>
                <a:lnTo>
                  <a:pt x="2443871" y="3497972"/>
                </a:lnTo>
                <a:lnTo>
                  <a:pt x="2635134" y="3497972"/>
                </a:lnTo>
                <a:lnTo>
                  <a:pt x="2820228" y="3332115"/>
                </a:lnTo>
                <a:close/>
                <a:moveTo>
                  <a:pt x="1407338" y="3332115"/>
                </a:moveTo>
                <a:lnTo>
                  <a:pt x="1407338" y="3497972"/>
                </a:lnTo>
                <a:lnTo>
                  <a:pt x="1595829" y="3497972"/>
                </a:lnTo>
                <a:lnTo>
                  <a:pt x="1778241" y="3332115"/>
                </a:lnTo>
                <a:close/>
                <a:moveTo>
                  <a:pt x="365350" y="3332115"/>
                </a:moveTo>
                <a:lnTo>
                  <a:pt x="365350" y="3497972"/>
                </a:lnTo>
                <a:lnTo>
                  <a:pt x="553841" y="3497972"/>
                </a:lnTo>
                <a:lnTo>
                  <a:pt x="736253" y="3332115"/>
                </a:lnTo>
                <a:close/>
                <a:moveTo>
                  <a:pt x="4527845" y="2560122"/>
                </a:moveTo>
                <a:lnTo>
                  <a:pt x="4527845" y="2732358"/>
                </a:lnTo>
                <a:lnTo>
                  <a:pt x="4716336" y="2732358"/>
                </a:lnTo>
                <a:lnTo>
                  <a:pt x="4898746" y="2560122"/>
                </a:lnTo>
                <a:close/>
                <a:moveTo>
                  <a:pt x="3485857" y="2560122"/>
                </a:moveTo>
                <a:lnTo>
                  <a:pt x="3485857" y="2732358"/>
                </a:lnTo>
                <a:lnTo>
                  <a:pt x="3674348" y="2732358"/>
                </a:lnTo>
                <a:lnTo>
                  <a:pt x="3856758" y="2560122"/>
                </a:lnTo>
                <a:close/>
                <a:moveTo>
                  <a:pt x="2443870" y="2560122"/>
                </a:moveTo>
                <a:lnTo>
                  <a:pt x="2443870" y="2732358"/>
                </a:lnTo>
                <a:lnTo>
                  <a:pt x="2635134" y="2732358"/>
                </a:lnTo>
                <a:lnTo>
                  <a:pt x="2820227" y="2560122"/>
                </a:lnTo>
                <a:close/>
                <a:moveTo>
                  <a:pt x="1407336" y="2560122"/>
                </a:moveTo>
                <a:lnTo>
                  <a:pt x="1407336" y="2732358"/>
                </a:lnTo>
                <a:lnTo>
                  <a:pt x="1595827" y="2732358"/>
                </a:lnTo>
                <a:lnTo>
                  <a:pt x="1778237" y="2560122"/>
                </a:lnTo>
                <a:close/>
                <a:moveTo>
                  <a:pt x="365348" y="2560122"/>
                </a:moveTo>
                <a:lnTo>
                  <a:pt x="365348" y="2732357"/>
                </a:lnTo>
                <a:lnTo>
                  <a:pt x="553839" y="2732357"/>
                </a:lnTo>
                <a:lnTo>
                  <a:pt x="736249" y="2560122"/>
                </a:lnTo>
                <a:close/>
                <a:moveTo>
                  <a:pt x="4527845" y="1788129"/>
                </a:moveTo>
                <a:lnTo>
                  <a:pt x="4527845" y="1960365"/>
                </a:lnTo>
                <a:lnTo>
                  <a:pt x="4716336" y="1960365"/>
                </a:lnTo>
                <a:lnTo>
                  <a:pt x="4898746" y="1788129"/>
                </a:lnTo>
                <a:close/>
                <a:moveTo>
                  <a:pt x="3485857" y="1788129"/>
                </a:moveTo>
                <a:lnTo>
                  <a:pt x="3485857" y="1960365"/>
                </a:lnTo>
                <a:lnTo>
                  <a:pt x="3674348" y="1960365"/>
                </a:lnTo>
                <a:lnTo>
                  <a:pt x="3856758" y="1788129"/>
                </a:lnTo>
                <a:close/>
                <a:moveTo>
                  <a:pt x="2443870" y="1788129"/>
                </a:moveTo>
                <a:lnTo>
                  <a:pt x="2443870" y="1960365"/>
                </a:lnTo>
                <a:lnTo>
                  <a:pt x="2635134" y="1960365"/>
                </a:lnTo>
                <a:lnTo>
                  <a:pt x="2820227" y="1788129"/>
                </a:lnTo>
                <a:close/>
                <a:moveTo>
                  <a:pt x="1407336" y="1788129"/>
                </a:moveTo>
                <a:lnTo>
                  <a:pt x="1407336" y="1960365"/>
                </a:lnTo>
                <a:lnTo>
                  <a:pt x="1595827" y="1960365"/>
                </a:lnTo>
                <a:lnTo>
                  <a:pt x="1778237" y="1788129"/>
                </a:lnTo>
                <a:close/>
                <a:moveTo>
                  <a:pt x="365348" y="1788128"/>
                </a:moveTo>
                <a:lnTo>
                  <a:pt x="365348" y="1960364"/>
                </a:lnTo>
                <a:lnTo>
                  <a:pt x="553839" y="1960364"/>
                </a:lnTo>
                <a:lnTo>
                  <a:pt x="736249" y="1788128"/>
                </a:lnTo>
                <a:close/>
                <a:moveTo>
                  <a:pt x="4527845" y="1022516"/>
                </a:moveTo>
                <a:lnTo>
                  <a:pt x="4527845" y="1194753"/>
                </a:lnTo>
                <a:lnTo>
                  <a:pt x="4716336" y="1194753"/>
                </a:lnTo>
                <a:lnTo>
                  <a:pt x="4898746" y="1022516"/>
                </a:lnTo>
                <a:close/>
                <a:moveTo>
                  <a:pt x="3485857" y="1022516"/>
                </a:moveTo>
                <a:lnTo>
                  <a:pt x="3485857" y="1194753"/>
                </a:lnTo>
                <a:lnTo>
                  <a:pt x="3674348" y="1194753"/>
                </a:lnTo>
                <a:lnTo>
                  <a:pt x="3856758" y="1022516"/>
                </a:lnTo>
                <a:close/>
                <a:moveTo>
                  <a:pt x="2443870" y="1022516"/>
                </a:moveTo>
                <a:lnTo>
                  <a:pt x="2443870" y="1194753"/>
                </a:lnTo>
                <a:lnTo>
                  <a:pt x="2635134" y="1194753"/>
                </a:lnTo>
                <a:lnTo>
                  <a:pt x="2820227" y="1022516"/>
                </a:lnTo>
                <a:close/>
                <a:moveTo>
                  <a:pt x="1407336" y="1022516"/>
                </a:moveTo>
                <a:lnTo>
                  <a:pt x="1407336" y="1194753"/>
                </a:lnTo>
                <a:lnTo>
                  <a:pt x="1595827" y="1194753"/>
                </a:lnTo>
                <a:lnTo>
                  <a:pt x="1778237" y="1022516"/>
                </a:lnTo>
                <a:close/>
                <a:moveTo>
                  <a:pt x="365348" y="1022515"/>
                </a:moveTo>
                <a:lnTo>
                  <a:pt x="365348" y="1194751"/>
                </a:lnTo>
                <a:lnTo>
                  <a:pt x="553839" y="1194751"/>
                </a:lnTo>
                <a:lnTo>
                  <a:pt x="736249" y="1022515"/>
                </a:lnTo>
                <a:close/>
                <a:moveTo>
                  <a:pt x="4527845" y="250524"/>
                </a:moveTo>
                <a:lnTo>
                  <a:pt x="4527845" y="422759"/>
                </a:lnTo>
                <a:lnTo>
                  <a:pt x="4716336" y="422759"/>
                </a:lnTo>
                <a:lnTo>
                  <a:pt x="4898746" y="250524"/>
                </a:lnTo>
                <a:close/>
                <a:moveTo>
                  <a:pt x="3485857" y="250524"/>
                </a:moveTo>
                <a:lnTo>
                  <a:pt x="3485857" y="422759"/>
                </a:lnTo>
                <a:lnTo>
                  <a:pt x="3674348" y="422759"/>
                </a:lnTo>
                <a:lnTo>
                  <a:pt x="3856758" y="250524"/>
                </a:lnTo>
                <a:close/>
                <a:moveTo>
                  <a:pt x="2443870" y="250524"/>
                </a:moveTo>
                <a:lnTo>
                  <a:pt x="2443870" y="422759"/>
                </a:lnTo>
                <a:lnTo>
                  <a:pt x="2635134" y="422759"/>
                </a:lnTo>
                <a:lnTo>
                  <a:pt x="2820227" y="250524"/>
                </a:lnTo>
                <a:close/>
                <a:moveTo>
                  <a:pt x="1407336" y="250524"/>
                </a:moveTo>
                <a:lnTo>
                  <a:pt x="1407336" y="422759"/>
                </a:lnTo>
                <a:lnTo>
                  <a:pt x="1595827" y="422759"/>
                </a:lnTo>
                <a:lnTo>
                  <a:pt x="1778237" y="250524"/>
                </a:lnTo>
                <a:close/>
                <a:moveTo>
                  <a:pt x="365348" y="250522"/>
                </a:moveTo>
                <a:lnTo>
                  <a:pt x="365348" y="422758"/>
                </a:lnTo>
                <a:lnTo>
                  <a:pt x="553839" y="422758"/>
                </a:lnTo>
                <a:lnTo>
                  <a:pt x="736249" y="250522"/>
                </a:lnTo>
                <a:close/>
                <a:moveTo>
                  <a:pt x="0" y="0"/>
                </a:moveTo>
                <a:lnTo>
                  <a:pt x="4923065" y="0"/>
                </a:lnTo>
                <a:lnTo>
                  <a:pt x="5092917" y="0"/>
                </a:lnTo>
                <a:lnTo>
                  <a:pt x="5271861" y="0"/>
                </a:lnTo>
                <a:lnTo>
                  <a:pt x="5271861" y="6858000"/>
                </a:lnTo>
                <a:lnTo>
                  <a:pt x="5092917" y="6858000"/>
                </a:lnTo>
                <a:lnTo>
                  <a:pt x="492306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9D1FF"/>
          </a:solidFill>
          <a:ln w="28575" algn="ctr">
            <a:noFill/>
            <a:miter lim="800000"/>
            <a:headEnd/>
            <a:tailEnd/>
          </a:ln>
        </p:spPr>
        <p:txBody>
          <a:bodyPr wrap="square" lIns="89977" tIns="71981" rIns="89977" bIns="71981" rtlCol="0" anchor="ctr">
            <a:noAutofit/>
          </a:bodyPr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E" sz="1400" b="0" i="0" u="none" strike="noStrike" kern="0" cap="none" spc="0" normalizeH="0" baseline="0" noProof="0" err="1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  <p:pic>
        <p:nvPicPr>
          <p:cNvPr id="12114082" name="LogoWhite-Dynamic" descr="{&quot;templafy&quot;:{&quot;id&quot;:&quot;63b2be82-289a-4ac6-aa2a-64e9c2a99d4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69" y="504000"/>
            <a:ext cx="727003" cy="3600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503869" y="2706317"/>
            <a:ext cx="6416396" cy="997196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3599" b="0" i="0">
                <a:solidFill>
                  <a:schemeClr val="bg1"/>
                </a:solidFill>
                <a:latin typeface="72 Brand Medium" panose="020B0504030603020204" pitchFamily="34" charset="0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/>
              <a:t>Title goes here</a:t>
            </a:r>
            <a:br>
              <a:rPr lang="en-US"/>
            </a:br>
            <a:r>
              <a:rPr lang="en-US"/>
              <a:t>and here and here</a:t>
            </a:r>
            <a:endParaRPr lang="de-DE" sz="3599" kern="0" err="1">
              <a:ea typeface="72 Brand" pitchFamily="34" charset="-128"/>
              <a:cs typeface="72 Brand" pitchFamily="34" charset="-128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F8C5CA6-1B07-0B13-95CA-1433F380A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869" y="4267201"/>
            <a:ext cx="5502016" cy="493713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bg1"/>
                </a:solidFill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43816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701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41">
          <p15:clr>
            <a:srgbClr val="FBAE40"/>
          </p15:clr>
        </p15:guide>
        <p15:guide id="5" orient="horz" pos="299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0"/>
            <a:ext cx="11183564" cy="369332"/>
          </a:xfrm>
        </p:spPr>
        <p:txBody>
          <a:bodyPr/>
          <a:lstStyle>
            <a:lvl1pPr>
              <a:defRPr b="0"/>
            </a:lvl1pPr>
          </a:lstStyle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A2F6B6-06DC-4EF7-2D70-B673B7F346C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107" y="1543050"/>
            <a:ext cx="11184199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18715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9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0164F-A425-DAFF-4F8D-CCD2435E155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3108" y="1543050"/>
            <a:ext cx="5465927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021143-2BA7-B3E8-AD6C-9FD4302A49E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21380" y="1543050"/>
            <a:ext cx="5465927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38932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9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59" y="0"/>
            <a:ext cx="4066941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image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69" y="504000"/>
            <a:ext cx="7369670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487FD-3B81-5414-D8EE-7961A987577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3107" y="1543050"/>
            <a:ext cx="7370431" cy="4811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81688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111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972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219793" y="1557339"/>
            <a:ext cx="5467640" cy="4795837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i="0" kern="1200" dirty="0">
                <a:solidFill>
                  <a:schemeClr val="tx1"/>
                </a:solidFill>
                <a:latin typeface="72 Brand" panose="020B0504030603020204" pitchFamily="34" charset="0"/>
                <a:ea typeface="+mn-ea"/>
                <a:cs typeface="+mn-cs"/>
              </a:defRPr>
            </a:lvl1pPr>
          </a:lstStyle>
          <a:p>
            <a:r>
              <a:rPr lang="en-US"/>
              <a:t>Click icon to add screenshot</a:t>
            </a:r>
            <a:endParaRPr lang="de-DE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72F2B-0434-6AC5-5E2E-E10ABDD1A7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3107" y="1543050"/>
            <a:ext cx="5462752" cy="4810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466288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97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rgbClr val="EE3939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1981" tIns="71981" rIns="71981" bIns="7198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rgbClr val="A4A6A2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4" y="656823"/>
            <a:ext cx="11356977" cy="27853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399" b="0" noProof="0">
                <a:solidFill>
                  <a:schemeClr val="bg1"/>
                </a:solidFill>
                <a:latin typeface="+mj-lt"/>
              </a:rPr>
              <a:t>The layouts following this one belong </a:t>
            </a:r>
            <a:br>
              <a:rPr lang="en-GB" sz="4399" b="0" noProof="0">
                <a:solidFill>
                  <a:schemeClr val="bg1"/>
                </a:solidFill>
                <a:latin typeface="+mj-lt"/>
              </a:rPr>
            </a:br>
            <a:r>
              <a:rPr lang="en-GB" sz="4399" b="0" noProof="0">
                <a:solidFill>
                  <a:schemeClr val="bg1"/>
                </a:solidFill>
                <a:latin typeface="+mj-lt"/>
              </a:rPr>
              <a:t>to templates other than the officially distributed PowerPoint template.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399" b="0" noProof="0">
                <a:solidFill>
                  <a:schemeClr val="bg1"/>
                </a:solidFill>
                <a:latin typeface="+mn-lt"/>
              </a:rPr>
              <a:t>Please do not use them.</a:t>
            </a:r>
            <a:endParaRPr lang="en-GB" sz="2799" b="0" noProof="0">
              <a:solidFill>
                <a:schemeClr val="bg1"/>
              </a:solidFill>
              <a:latin typeface="72 Brand" panose="020B0504030603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3" y="46613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2" y="4365269"/>
            <a:ext cx="101523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9597" b="1" i="1" noProof="0">
                <a:solidFill>
                  <a:schemeClr val="bg1"/>
                </a:solidFill>
                <a:latin typeface="+mj-lt"/>
              </a:rPr>
              <a:t>Other layouts</a:t>
            </a:r>
            <a:endParaRPr lang="en-GB" sz="1799" b="1" i="1" noProof="0">
              <a:latin typeface="+mj-lt"/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96" y="6537074"/>
            <a:ext cx="985018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126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06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BE5A79F-CEE8-4C11-A8A5-0D02CD0019B9}" type="datetime4">
              <a:rPr lang="en-US" smtClean="0"/>
              <a:pPr/>
              <a:t>June 17, 2026</a:t>
            </a:fld>
            <a:endParaRPr lang="en-GB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584273" y="6537074"/>
            <a:ext cx="2947583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126" rtl="0" eaLnBrk="1" latinLnBrk="0" hangingPunct="1">
              <a:defRPr sz="70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06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20257" y="6537074"/>
            <a:ext cx="265769" cy="14186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914126" rtl="0" eaLnBrk="1" latinLnBrk="0" hangingPunct="1">
              <a:defRPr sz="700" b="0" i="0" kern="1200">
                <a:solidFill>
                  <a:schemeClr val="tx2"/>
                </a:solidFill>
                <a:latin typeface="72 Brand" panose="020B0504030603020204" pitchFamily="34" charset="0"/>
                <a:ea typeface="72 Brand" panose="020B0504030603020204" pitchFamily="34" charset="0"/>
                <a:cs typeface="Arial" pitchFamily="34" charset="0"/>
              </a:defRPr>
            </a:lvl1pPr>
            <a:lvl2pPr marL="45706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126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189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251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14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377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440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503" algn="l" defTabSz="914126" rtl="0" eaLnBrk="1" latinLnBrk="0" hangingPunct="1"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85382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Divider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E2B656F-5941-39DA-98D6-F8C3237F72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75822" y="0"/>
            <a:ext cx="7214592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213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03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der Page C">
    <p:bg>
      <p:bgPr>
        <a:solidFill>
          <a:srgbClr val="0013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22AA4C-F171-BBB7-8A66-C8C8A430C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8370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70" y="4968072"/>
            <a:ext cx="8325095" cy="677108"/>
          </a:xfrm>
        </p:spPr>
        <p:txBody>
          <a:bodyPr anchor="t" anchorCtr="0">
            <a:noAutofit/>
          </a:bodyPr>
          <a:lstStyle>
            <a:lvl1pPr>
              <a:defRPr sz="3997" b="0" i="0">
                <a:solidFill>
                  <a:schemeClr val="bg1"/>
                </a:solidFill>
                <a:latin typeface="72 Brand Medium" panose="020B0504030603020204" pitchFamily="34" charset="0"/>
              </a:defRPr>
            </a:lvl1pPr>
          </a:lstStyle>
          <a:p>
            <a:r>
              <a:rPr lang="en-US"/>
              <a:t>Divider page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90287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634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tags" Target="../tags/tag69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63" Type="http://schemas.openxmlformats.org/officeDocument/2006/relationships/tags" Target="../tags/tag15.xml"/><Relationship Id="rId84" Type="http://schemas.openxmlformats.org/officeDocument/2006/relationships/tags" Target="../tags/tag36.xml"/><Relationship Id="rId138" Type="http://schemas.openxmlformats.org/officeDocument/2006/relationships/tags" Target="../tags/tag90.xml"/><Relationship Id="rId159" Type="http://schemas.openxmlformats.org/officeDocument/2006/relationships/tags" Target="../tags/tag111.xml"/><Relationship Id="rId170" Type="http://schemas.openxmlformats.org/officeDocument/2006/relationships/tags" Target="../tags/tag122.xml"/><Relationship Id="rId107" Type="http://schemas.openxmlformats.org/officeDocument/2006/relationships/tags" Target="../tags/tag59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53" Type="http://schemas.openxmlformats.org/officeDocument/2006/relationships/tags" Target="../tags/tag5.xml"/><Relationship Id="rId74" Type="http://schemas.openxmlformats.org/officeDocument/2006/relationships/tags" Target="../tags/tag26.xml"/><Relationship Id="rId128" Type="http://schemas.openxmlformats.org/officeDocument/2006/relationships/tags" Target="../tags/tag80.xml"/><Relationship Id="rId149" Type="http://schemas.openxmlformats.org/officeDocument/2006/relationships/tags" Target="../tags/tag101.xml"/><Relationship Id="rId5" Type="http://schemas.openxmlformats.org/officeDocument/2006/relationships/slideLayout" Target="../slideLayouts/slideLayout5.xml"/><Relationship Id="rId95" Type="http://schemas.openxmlformats.org/officeDocument/2006/relationships/tags" Target="../tags/tag47.xml"/><Relationship Id="rId160" Type="http://schemas.openxmlformats.org/officeDocument/2006/relationships/tags" Target="../tags/tag112.xml"/><Relationship Id="rId22" Type="http://schemas.openxmlformats.org/officeDocument/2006/relationships/slideLayout" Target="../slideLayouts/slideLayout22.xml"/><Relationship Id="rId43" Type="http://schemas.openxmlformats.org/officeDocument/2006/relationships/slideLayout" Target="../slideLayouts/slideLayout43.xml"/><Relationship Id="rId64" Type="http://schemas.openxmlformats.org/officeDocument/2006/relationships/tags" Target="../tags/tag16.xml"/><Relationship Id="rId118" Type="http://schemas.openxmlformats.org/officeDocument/2006/relationships/tags" Target="../tags/tag70.xml"/><Relationship Id="rId139" Type="http://schemas.openxmlformats.org/officeDocument/2006/relationships/tags" Target="../tags/tag91.xml"/><Relationship Id="rId85" Type="http://schemas.openxmlformats.org/officeDocument/2006/relationships/tags" Target="../tags/tag37.xml"/><Relationship Id="rId150" Type="http://schemas.openxmlformats.org/officeDocument/2006/relationships/tags" Target="../tags/tag102.xml"/><Relationship Id="rId171" Type="http://schemas.openxmlformats.org/officeDocument/2006/relationships/tags" Target="../tags/tag123.xml"/><Relationship Id="rId12" Type="http://schemas.openxmlformats.org/officeDocument/2006/relationships/slideLayout" Target="../slideLayouts/slideLayout12.xml"/><Relationship Id="rId33" Type="http://schemas.openxmlformats.org/officeDocument/2006/relationships/slideLayout" Target="../slideLayouts/slideLayout33.xml"/><Relationship Id="rId108" Type="http://schemas.openxmlformats.org/officeDocument/2006/relationships/tags" Target="../tags/tag60.xml"/><Relationship Id="rId129" Type="http://schemas.openxmlformats.org/officeDocument/2006/relationships/tags" Target="../tags/tag81.xml"/><Relationship Id="rId54" Type="http://schemas.openxmlformats.org/officeDocument/2006/relationships/tags" Target="../tags/tag6.xml"/><Relationship Id="rId70" Type="http://schemas.openxmlformats.org/officeDocument/2006/relationships/tags" Target="../tags/tag22.xml"/><Relationship Id="rId75" Type="http://schemas.openxmlformats.org/officeDocument/2006/relationships/tags" Target="../tags/tag27.xml"/><Relationship Id="rId91" Type="http://schemas.openxmlformats.org/officeDocument/2006/relationships/tags" Target="../tags/tag43.xml"/><Relationship Id="rId96" Type="http://schemas.openxmlformats.org/officeDocument/2006/relationships/tags" Target="../tags/tag48.xml"/><Relationship Id="rId140" Type="http://schemas.openxmlformats.org/officeDocument/2006/relationships/tags" Target="../tags/tag92.xml"/><Relationship Id="rId145" Type="http://schemas.openxmlformats.org/officeDocument/2006/relationships/tags" Target="../tags/tag97.xml"/><Relationship Id="rId161" Type="http://schemas.openxmlformats.org/officeDocument/2006/relationships/tags" Target="../tags/tag113.xml"/><Relationship Id="rId166" Type="http://schemas.openxmlformats.org/officeDocument/2006/relationships/tags" Target="../tags/tag11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tags" Target="../tags/tag1.xml"/><Relationship Id="rId114" Type="http://schemas.openxmlformats.org/officeDocument/2006/relationships/tags" Target="../tags/tag66.xml"/><Relationship Id="rId119" Type="http://schemas.openxmlformats.org/officeDocument/2006/relationships/tags" Target="../tags/tag71.xml"/><Relationship Id="rId44" Type="http://schemas.openxmlformats.org/officeDocument/2006/relationships/slideLayout" Target="../slideLayouts/slideLayout44.xml"/><Relationship Id="rId60" Type="http://schemas.openxmlformats.org/officeDocument/2006/relationships/tags" Target="../tags/tag12.xml"/><Relationship Id="rId65" Type="http://schemas.openxmlformats.org/officeDocument/2006/relationships/tags" Target="../tags/tag17.xml"/><Relationship Id="rId81" Type="http://schemas.openxmlformats.org/officeDocument/2006/relationships/tags" Target="../tags/tag33.xml"/><Relationship Id="rId86" Type="http://schemas.openxmlformats.org/officeDocument/2006/relationships/tags" Target="../tags/tag38.xml"/><Relationship Id="rId130" Type="http://schemas.openxmlformats.org/officeDocument/2006/relationships/tags" Target="../tags/tag82.xml"/><Relationship Id="rId135" Type="http://schemas.openxmlformats.org/officeDocument/2006/relationships/tags" Target="../tags/tag87.xml"/><Relationship Id="rId151" Type="http://schemas.openxmlformats.org/officeDocument/2006/relationships/tags" Target="../tags/tag103.xml"/><Relationship Id="rId156" Type="http://schemas.openxmlformats.org/officeDocument/2006/relationships/tags" Target="../tags/tag10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tags" Target="../tags/tag61.xml"/><Relationship Id="rId34" Type="http://schemas.openxmlformats.org/officeDocument/2006/relationships/slideLayout" Target="../slideLayouts/slideLayout34.xml"/><Relationship Id="rId50" Type="http://schemas.openxmlformats.org/officeDocument/2006/relationships/tags" Target="../tags/tag2.xml"/><Relationship Id="rId55" Type="http://schemas.openxmlformats.org/officeDocument/2006/relationships/tags" Target="../tags/tag7.xml"/><Relationship Id="rId76" Type="http://schemas.openxmlformats.org/officeDocument/2006/relationships/tags" Target="../tags/tag28.xml"/><Relationship Id="rId97" Type="http://schemas.openxmlformats.org/officeDocument/2006/relationships/tags" Target="../tags/tag49.xml"/><Relationship Id="rId104" Type="http://schemas.openxmlformats.org/officeDocument/2006/relationships/tags" Target="../tags/tag56.xml"/><Relationship Id="rId120" Type="http://schemas.openxmlformats.org/officeDocument/2006/relationships/tags" Target="../tags/tag72.xml"/><Relationship Id="rId125" Type="http://schemas.openxmlformats.org/officeDocument/2006/relationships/tags" Target="../tags/tag77.xml"/><Relationship Id="rId141" Type="http://schemas.openxmlformats.org/officeDocument/2006/relationships/tags" Target="../tags/tag93.xml"/><Relationship Id="rId146" Type="http://schemas.openxmlformats.org/officeDocument/2006/relationships/tags" Target="../tags/tag98.xml"/><Relationship Id="rId167" Type="http://schemas.openxmlformats.org/officeDocument/2006/relationships/tags" Target="../tags/tag119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23.xml"/><Relationship Id="rId92" Type="http://schemas.openxmlformats.org/officeDocument/2006/relationships/tags" Target="../tags/tag44.xml"/><Relationship Id="rId162" Type="http://schemas.openxmlformats.org/officeDocument/2006/relationships/tags" Target="../tags/tag114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tags" Target="../tags/tag18.xml"/><Relationship Id="rId87" Type="http://schemas.openxmlformats.org/officeDocument/2006/relationships/tags" Target="../tags/tag39.xml"/><Relationship Id="rId110" Type="http://schemas.openxmlformats.org/officeDocument/2006/relationships/tags" Target="../tags/tag62.xml"/><Relationship Id="rId115" Type="http://schemas.openxmlformats.org/officeDocument/2006/relationships/tags" Target="../tags/tag67.xml"/><Relationship Id="rId131" Type="http://schemas.openxmlformats.org/officeDocument/2006/relationships/tags" Target="../tags/tag83.xml"/><Relationship Id="rId136" Type="http://schemas.openxmlformats.org/officeDocument/2006/relationships/tags" Target="../tags/tag88.xml"/><Relationship Id="rId157" Type="http://schemas.openxmlformats.org/officeDocument/2006/relationships/tags" Target="../tags/tag109.xml"/><Relationship Id="rId61" Type="http://schemas.openxmlformats.org/officeDocument/2006/relationships/tags" Target="../tags/tag13.xml"/><Relationship Id="rId82" Type="http://schemas.openxmlformats.org/officeDocument/2006/relationships/tags" Target="../tags/tag34.xml"/><Relationship Id="rId152" Type="http://schemas.openxmlformats.org/officeDocument/2006/relationships/tags" Target="../tags/tag104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tags" Target="../tags/tag8.xml"/><Relationship Id="rId77" Type="http://schemas.openxmlformats.org/officeDocument/2006/relationships/tags" Target="../tags/tag29.xml"/><Relationship Id="rId100" Type="http://schemas.openxmlformats.org/officeDocument/2006/relationships/tags" Target="../tags/tag52.xml"/><Relationship Id="rId105" Type="http://schemas.openxmlformats.org/officeDocument/2006/relationships/tags" Target="../tags/tag57.xml"/><Relationship Id="rId126" Type="http://schemas.openxmlformats.org/officeDocument/2006/relationships/tags" Target="../tags/tag78.xml"/><Relationship Id="rId147" Type="http://schemas.openxmlformats.org/officeDocument/2006/relationships/tags" Target="../tags/tag99.xml"/><Relationship Id="rId168" Type="http://schemas.openxmlformats.org/officeDocument/2006/relationships/tags" Target="../tags/tag120.xml"/><Relationship Id="rId8" Type="http://schemas.openxmlformats.org/officeDocument/2006/relationships/slideLayout" Target="../slideLayouts/slideLayout8.xml"/><Relationship Id="rId51" Type="http://schemas.openxmlformats.org/officeDocument/2006/relationships/tags" Target="../tags/tag3.xml"/><Relationship Id="rId72" Type="http://schemas.openxmlformats.org/officeDocument/2006/relationships/tags" Target="../tags/tag24.xml"/><Relationship Id="rId93" Type="http://schemas.openxmlformats.org/officeDocument/2006/relationships/tags" Target="../tags/tag45.xml"/><Relationship Id="rId98" Type="http://schemas.openxmlformats.org/officeDocument/2006/relationships/tags" Target="../tags/tag50.xml"/><Relationship Id="rId121" Type="http://schemas.openxmlformats.org/officeDocument/2006/relationships/tags" Target="../tags/tag73.xml"/><Relationship Id="rId142" Type="http://schemas.openxmlformats.org/officeDocument/2006/relationships/tags" Target="../tags/tag94.xml"/><Relationship Id="rId163" Type="http://schemas.openxmlformats.org/officeDocument/2006/relationships/tags" Target="../tags/tag115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tags" Target="../tags/tag19.xml"/><Relationship Id="rId116" Type="http://schemas.openxmlformats.org/officeDocument/2006/relationships/tags" Target="../tags/tag68.xml"/><Relationship Id="rId137" Type="http://schemas.openxmlformats.org/officeDocument/2006/relationships/tags" Target="../tags/tag89.xml"/><Relationship Id="rId158" Type="http://schemas.openxmlformats.org/officeDocument/2006/relationships/tags" Target="../tags/tag110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tags" Target="../tags/tag14.xml"/><Relationship Id="rId83" Type="http://schemas.openxmlformats.org/officeDocument/2006/relationships/tags" Target="../tags/tag35.xml"/><Relationship Id="rId88" Type="http://schemas.openxmlformats.org/officeDocument/2006/relationships/tags" Target="../tags/tag40.xml"/><Relationship Id="rId111" Type="http://schemas.openxmlformats.org/officeDocument/2006/relationships/tags" Target="../tags/tag63.xml"/><Relationship Id="rId132" Type="http://schemas.openxmlformats.org/officeDocument/2006/relationships/tags" Target="../tags/tag84.xml"/><Relationship Id="rId153" Type="http://schemas.openxmlformats.org/officeDocument/2006/relationships/tags" Target="../tags/tag105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tags" Target="../tags/tag9.xml"/><Relationship Id="rId106" Type="http://schemas.openxmlformats.org/officeDocument/2006/relationships/tags" Target="../tags/tag58.xml"/><Relationship Id="rId127" Type="http://schemas.openxmlformats.org/officeDocument/2006/relationships/tags" Target="../tags/tag79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tags" Target="../tags/tag4.xml"/><Relationship Id="rId73" Type="http://schemas.openxmlformats.org/officeDocument/2006/relationships/tags" Target="../tags/tag25.xml"/><Relationship Id="rId78" Type="http://schemas.openxmlformats.org/officeDocument/2006/relationships/tags" Target="../tags/tag30.xml"/><Relationship Id="rId94" Type="http://schemas.openxmlformats.org/officeDocument/2006/relationships/tags" Target="../tags/tag46.xml"/><Relationship Id="rId99" Type="http://schemas.openxmlformats.org/officeDocument/2006/relationships/tags" Target="../tags/tag51.xml"/><Relationship Id="rId101" Type="http://schemas.openxmlformats.org/officeDocument/2006/relationships/tags" Target="../tags/tag53.xml"/><Relationship Id="rId122" Type="http://schemas.openxmlformats.org/officeDocument/2006/relationships/tags" Target="../tags/tag74.xml"/><Relationship Id="rId143" Type="http://schemas.openxmlformats.org/officeDocument/2006/relationships/tags" Target="../tags/tag95.xml"/><Relationship Id="rId148" Type="http://schemas.openxmlformats.org/officeDocument/2006/relationships/tags" Target="../tags/tag100.xml"/><Relationship Id="rId164" Type="http://schemas.openxmlformats.org/officeDocument/2006/relationships/tags" Target="../tags/tag116.xml"/><Relationship Id="rId169" Type="http://schemas.openxmlformats.org/officeDocument/2006/relationships/tags" Target="../tags/tag12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7" Type="http://schemas.openxmlformats.org/officeDocument/2006/relationships/slideLayout" Target="../slideLayouts/slideLayout47.xml"/><Relationship Id="rId68" Type="http://schemas.openxmlformats.org/officeDocument/2006/relationships/tags" Target="../tags/tag20.xml"/><Relationship Id="rId89" Type="http://schemas.openxmlformats.org/officeDocument/2006/relationships/tags" Target="../tags/tag41.xml"/><Relationship Id="rId112" Type="http://schemas.openxmlformats.org/officeDocument/2006/relationships/tags" Target="../tags/tag64.xml"/><Relationship Id="rId133" Type="http://schemas.openxmlformats.org/officeDocument/2006/relationships/tags" Target="../tags/tag85.xml"/><Relationship Id="rId154" Type="http://schemas.openxmlformats.org/officeDocument/2006/relationships/tags" Target="../tags/tag106.xml"/><Relationship Id="rId16" Type="http://schemas.openxmlformats.org/officeDocument/2006/relationships/slideLayout" Target="../slideLayouts/slideLayout16.xml"/><Relationship Id="rId37" Type="http://schemas.openxmlformats.org/officeDocument/2006/relationships/slideLayout" Target="../slideLayouts/slideLayout37.xml"/><Relationship Id="rId58" Type="http://schemas.openxmlformats.org/officeDocument/2006/relationships/tags" Target="../tags/tag10.xml"/><Relationship Id="rId79" Type="http://schemas.openxmlformats.org/officeDocument/2006/relationships/tags" Target="../tags/tag31.xml"/><Relationship Id="rId102" Type="http://schemas.openxmlformats.org/officeDocument/2006/relationships/tags" Target="../tags/tag54.xml"/><Relationship Id="rId123" Type="http://schemas.openxmlformats.org/officeDocument/2006/relationships/tags" Target="../tags/tag75.xml"/><Relationship Id="rId144" Type="http://schemas.openxmlformats.org/officeDocument/2006/relationships/tags" Target="../tags/tag96.xml"/><Relationship Id="rId90" Type="http://schemas.openxmlformats.org/officeDocument/2006/relationships/tags" Target="../tags/tag42.xml"/><Relationship Id="rId165" Type="http://schemas.openxmlformats.org/officeDocument/2006/relationships/tags" Target="../tags/tag117.xml"/><Relationship Id="rId27" Type="http://schemas.openxmlformats.org/officeDocument/2006/relationships/slideLayout" Target="../slideLayouts/slideLayout27.xml"/><Relationship Id="rId48" Type="http://schemas.openxmlformats.org/officeDocument/2006/relationships/theme" Target="../theme/theme1.xml"/><Relationship Id="rId69" Type="http://schemas.openxmlformats.org/officeDocument/2006/relationships/tags" Target="../tags/tag21.xml"/><Relationship Id="rId113" Type="http://schemas.openxmlformats.org/officeDocument/2006/relationships/tags" Target="../tags/tag65.xml"/><Relationship Id="rId134" Type="http://schemas.openxmlformats.org/officeDocument/2006/relationships/tags" Target="../tags/tag86.xml"/><Relationship Id="rId80" Type="http://schemas.openxmlformats.org/officeDocument/2006/relationships/tags" Target="../tags/tag32.xml"/><Relationship Id="rId155" Type="http://schemas.openxmlformats.org/officeDocument/2006/relationships/tags" Target="../tags/tag107.xml"/><Relationship Id="rId17" Type="http://schemas.openxmlformats.org/officeDocument/2006/relationships/slideLayout" Target="../slideLayouts/slideLayout17.xml"/><Relationship Id="rId38" Type="http://schemas.openxmlformats.org/officeDocument/2006/relationships/slideLayout" Target="../slideLayouts/slideLayout38.xml"/><Relationship Id="rId59" Type="http://schemas.openxmlformats.org/officeDocument/2006/relationships/tags" Target="../tags/tag11.xml"/><Relationship Id="rId103" Type="http://schemas.openxmlformats.org/officeDocument/2006/relationships/tags" Target="../tags/tag55.xml"/><Relationship Id="rId124" Type="http://schemas.openxmlformats.org/officeDocument/2006/relationships/tags" Target="../tags/tag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3201" y="6536752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3870" y="1548560"/>
            <a:ext cx="11183564" cy="48046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Start typing to add text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  <a:p>
            <a:pPr lvl="3"/>
            <a:r>
              <a:rPr lang="en-US"/>
              <a:t>Level 4</a:t>
            </a:r>
          </a:p>
          <a:p>
            <a:pPr lvl="4"/>
            <a:r>
              <a:rPr lang="en-US"/>
              <a:t>Level 5</a:t>
            </a:r>
          </a:p>
          <a:p>
            <a:pPr lvl="5"/>
            <a:r>
              <a:rPr lang="en-US"/>
              <a:t>Level 6</a:t>
            </a:r>
          </a:p>
          <a:p>
            <a:pPr lvl="6"/>
            <a:r>
              <a:rPr lang="en-US"/>
              <a:t>Level 7</a:t>
            </a:r>
          </a:p>
          <a:p>
            <a:pPr lvl="7"/>
            <a:r>
              <a:rPr lang="en-US"/>
              <a:t>Level 8</a:t>
            </a:r>
          </a:p>
          <a:p>
            <a:pPr lvl="8"/>
            <a:r>
              <a:rPr lang="en-US"/>
              <a:t>Level 9</a:t>
            </a:r>
          </a:p>
          <a:p>
            <a:pPr lvl="0"/>
            <a:endParaRPr lang="en-US" noProof="0"/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3870" y="504000"/>
            <a:ext cx="11180262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49"/>
            </p:custDataLst>
          </p:nvPr>
        </p:nvGrpSpPr>
        <p:grpSpPr>
          <a:xfrm>
            <a:off x="3937773" y="3978000"/>
            <a:ext cx="1024611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6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6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7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7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50"/>
            </p:custDataLst>
          </p:nvPr>
        </p:nvGrpSpPr>
        <p:grpSpPr>
          <a:xfrm>
            <a:off x="5390102" y="3978000"/>
            <a:ext cx="1024611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6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6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6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6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6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51"/>
            </p:custDataLst>
          </p:nvPr>
        </p:nvGrpSpPr>
        <p:grpSpPr>
          <a:xfrm>
            <a:off x="6842432" y="3978000"/>
            <a:ext cx="1024611" cy="1024878"/>
            <a:chOff x="0" y="0"/>
            <a:chExt cx="914400" cy="914400"/>
          </a:xfrm>
          <a:solidFill>
            <a:schemeClr val="tx2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5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5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5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5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5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5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6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6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6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 b="0" i="0">
                <a:solidFill>
                  <a:schemeClr val="tx1"/>
                </a:solidFill>
                <a:latin typeface="72 Brand" panose="020B0504030603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52"/>
            </p:custDataLst>
          </p:nvPr>
        </p:nvGrpSpPr>
        <p:grpSpPr>
          <a:xfrm>
            <a:off x="8294762" y="3978000"/>
            <a:ext cx="1024611" cy="1024878"/>
            <a:chOff x="4334905" y="3282696"/>
            <a:chExt cx="292608" cy="292608"/>
          </a:xfrm>
          <a:solidFill>
            <a:schemeClr val="tx2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2"/>
              </a:solidFill>
            </a:ln>
          </p:spPr>
          <p:txBody>
            <a:bodyPr/>
            <a:lstStyle/>
            <a:p>
              <a:endParaRPr lang="en-GB" sz="1799" b="0" i="0">
                <a:latin typeface="72 Brand" panose="020B0504030603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107" y="5984669"/>
            <a:ext cx="1018555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72 Brand" panose="020B0504030603020204" pitchFamily="34" charset="0"/>
                <a:ea typeface="72 Brand" pitchFamily="34" charset="-128"/>
                <a:cs typeface="72 Brand" pitchFamily="34" charset="-128"/>
              </a:rPr>
              <a:t>(r) Footnote</a:t>
            </a:r>
          </a:p>
        </p:txBody>
      </p:sp>
      <p:sp>
        <p:nvSpPr>
          <p:cNvPr id="5" name="Draft [Sticker]" hidden="1">
            <a:extLst>
              <a:ext uri="{FF2B5EF4-FFF2-40B4-BE49-F238E27FC236}">
                <a16:creationId xmlns:a16="http://schemas.microsoft.com/office/drawing/2014/main" id="{4ED4653C-0BEF-C53F-2F44-0F4FC1038B4E}"/>
              </a:ext>
            </a:extLst>
          </p:cNvPr>
          <p:cNvSpPr/>
          <p:nvPr userDrawn="1"/>
        </p:nvSpPr>
        <p:spPr bwMode="gray">
          <a:xfrm rot="18900000">
            <a:off x="4490287" y="3089732"/>
            <a:ext cx="3210728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5398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72 Brand" panose="020B0504030603020204" pitchFamily="34" charset="0"/>
                <a:ea typeface="Arial" pitchFamily="34" charset="0"/>
                <a:cs typeface="Arial" pitchFamily="34" charset="0"/>
              </a:rPr>
              <a:t>DRAFT</a:t>
            </a:r>
          </a:p>
        </p:txBody>
      </p:sp>
      <p:sp>
        <p:nvSpPr>
          <p:cNvPr id="142" name="Content [Comment]" hidden="1">
            <a:extLst>
              <a:ext uri="{FF2B5EF4-FFF2-40B4-BE49-F238E27FC236}">
                <a16:creationId xmlns:a16="http://schemas.microsoft.com/office/drawing/2014/main" id="{D6760A1A-5249-0361-7543-4100DC0D89C0}"/>
              </a:ext>
            </a:extLst>
          </p:cNvPr>
          <p:cNvSpPr>
            <a:spLocks/>
          </p:cNvSpPr>
          <p:nvPr userDrawn="1"/>
        </p:nvSpPr>
        <p:spPr>
          <a:xfrm>
            <a:off x="10617731" y="1126713"/>
            <a:ext cx="1322335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5991" tIns="35991" rIns="35991" bIns="35991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43" name="Formatting [Comment]" hidden="1">
            <a:extLst>
              <a:ext uri="{FF2B5EF4-FFF2-40B4-BE49-F238E27FC236}">
                <a16:creationId xmlns:a16="http://schemas.microsoft.com/office/drawing/2014/main" id="{31370255-4446-E2E0-D475-0E9332BBA969}"/>
              </a:ext>
            </a:extLst>
          </p:cNvPr>
          <p:cNvSpPr>
            <a:spLocks/>
          </p:cNvSpPr>
          <p:nvPr userDrawn="1"/>
        </p:nvSpPr>
        <p:spPr>
          <a:xfrm>
            <a:off x="10617731" y="1126713"/>
            <a:ext cx="1322335" cy="1287398"/>
          </a:xfrm>
          <a:prstGeom prst="wedgeRectCallout">
            <a:avLst>
              <a:gd name="adj1" fmla="val 33379"/>
              <a:gd name="adj2" fmla="val 65105"/>
            </a:avLst>
          </a:prstGeom>
          <a:solidFill>
            <a:srgbClr val="FFF3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35991" tIns="35991" rIns="35991" bIns="35991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&lt;initials&gt; &lt;date&gt;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yyyy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-MM-dd </a:t>
            </a: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hh:mm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72 Brand" panose="020B0504030603020204" pitchFamily="34" charset="0"/>
              </a:rPr>
              <a:t>&lt;/date&gt;: </a:t>
            </a:r>
          </a:p>
        </p:txBody>
      </p:sp>
      <p:sp>
        <p:nvSpPr>
          <p:cNvPr id="132" name="Final [Sticker]" hidden="1">
            <a:extLst>
              <a:ext uri="{FF2B5EF4-FFF2-40B4-BE49-F238E27FC236}">
                <a16:creationId xmlns:a16="http://schemas.microsoft.com/office/drawing/2014/main" id="{5402B19A-2F1E-0983-9BF4-848C4B7F0B87}"/>
              </a:ext>
            </a:extLst>
          </p:cNvPr>
          <p:cNvSpPr>
            <a:spLocks/>
          </p:cNvSpPr>
          <p:nvPr userDrawn="1"/>
        </p:nvSpPr>
        <p:spPr>
          <a:xfrm>
            <a:off x="10980440" y="210785"/>
            <a:ext cx="70686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lIns="0" tIns="0" rIns="0" bIns="0" rtlCol="0" anchor="ctr">
            <a:spAutoFit/>
          </a:bodyPr>
          <a:lstStyle/>
          <a:p>
            <a:pPr marL="0" marR="0" lvl="0" indent="0" algn="ct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FINAL SLIDE</a:t>
            </a:r>
          </a:p>
        </p:txBody>
      </p:sp>
      <p:sp>
        <p:nvSpPr>
          <p:cNvPr id="148" name="Internal [Sticker]" hidden="1">
            <a:extLst>
              <a:ext uri="{FF2B5EF4-FFF2-40B4-BE49-F238E27FC236}">
                <a16:creationId xmlns:a16="http://schemas.microsoft.com/office/drawing/2014/main" id="{28223912-D0A4-A620-A34F-518BD869E53F}"/>
              </a:ext>
            </a:extLst>
          </p:cNvPr>
          <p:cNvSpPr>
            <a:spLocks/>
          </p:cNvSpPr>
          <p:nvPr userDrawn="1"/>
        </p:nvSpPr>
        <p:spPr>
          <a:xfrm>
            <a:off x="10030388" y="210785"/>
            <a:ext cx="1656919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49" name="Discussion [Sticker]" hidden="1">
            <a:extLst>
              <a:ext uri="{FF2B5EF4-FFF2-40B4-BE49-F238E27FC236}">
                <a16:creationId xmlns:a16="http://schemas.microsoft.com/office/drawing/2014/main" id="{D9D83DF6-771C-4C0C-6C7A-3A59B82BAD4A}"/>
              </a:ext>
            </a:extLst>
          </p:cNvPr>
          <p:cNvSpPr>
            <a:spLocks/>
          </p:cNvSpPr>
          <p:nvPr userDrawn="1"/>
        </p:nvSpPr>
        <p:spPr>
          <a:xfrm>
            <a:off x="10731879" y="210785"/>
            <a:ext cx="955427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DISCUSSION</a:t>
            </a:r>
          </a:p>
        </p:txBody>
      </p:sp>
      <p:sp>
        <p:nvSpPr>
          <p:cNvPr id="145" name="Dummy [Sticker]" hidden="1">
            <a:extLst>
              <a:ext uri="{FF2B5EF4-FFF2-40B4-BE49-F238E27FC236}">
                <a16:creationId xmlns:a16="http://schemas.microsoft.com/office/drawing/2014/main" id="{85BE85F9-1C84-5D9C-577F-40BFD680420C}"/>
              </a:ext>
            </a:extLst>
          </p:cNvPr>
          <p:cNvSpPr>
            <a:spLocks/>
          </p:cNvSpPr>
          <p:nvPr userDrawn="1"/>
        </p:nvSpPr>
        <p:spPr>
          <a:xfrm>
            <a:off x="10731880" y="210785"/>
            <a:ext cx="95542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DUMMY DATA</a:t>
            </a:r>
          </a:p>
        </p:txBody>
      </p:sp>
      <p:sp>
        <p:nvSpPr>
          <p:cNvPr id="146" name="Update [Sticker]" hidden="1">
            <a:extLst>
              <a:ext uri="{FF2B5EF4-FFF2-40B4-BE49-F238E27FC236}">
                <a16:creationId xmlns:a16="http://schemas.microsoft.com/office/drawing/2014/main" id="{DB5368A3-028B-BD89-843A-4055DAEC9BBE}"/>
              </a:ext>
            </a:extLst>
          </p:cNvPr>
          <p:cNvSpPr>
            <a:spLocks/>
          </p:cNvSpPr>
          <p:nvPr userDrawn="1"/>
        </p:nvSpPr>
        <p:spPr>
          <a:xfrm>
            <a:off x="10731879" y="210785"/>
            <a:ext cx="955427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UPDATE DATA</a:t>
            </a:r>
          </a:p>
        </p:txBody>
      </p:sp>
      <p:sp>
        <p:nvSpPr>
          <p:cNvPr id="147" name="Backup [Sticker]" hidden="1">
            <a:extLst>
              <a:ext uri="{FF2B5EF4-FFF2-40B4-BE49-F238E27FC236}">
                <a16:creationId xmlns:a16="http://schemas.microsoft.com/office/drawing/2014/main" id="{308EDF7D-F287-A5B8-407B-AF543ACA9F1E}"/>
              </a:ext>
            </a:extLst>
          </p:cNvPr>
          <p:cNvSpPr>
            <a:spLocks/>
          </p:cNvSpPr>
          <p:nvPr userDrawn="1"/>
        </p:nvSpPr>
        <p:spPr>
          <a:xfrm>
            <a:off x="10982640" y="210785"/>
            <a:ext cx="704666" cy="17311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2"/>
              </a:gs>
              <a:gs pos="100000">
                <a:schemeClr val="tx2"/>
              </a:gs>
            </a:gsLst>
            <a:lin ang="5400000" scaled="1"/>
          </a:gradFill>
          <a:ln w="19050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BACKUP</a:t>
            </a:r>
          </a:p>
        </p:txBody>
      </p:sp>
      <p:grpSp>
        <p:nvGrpSpPr>
          <p:cNvPr id="134" name="Responsible [Sticker]" hidden="1">
            <a:extLst>
              <a:ext uri="{FF2B5EF4-FFF2-40B4-BE49-F238E27FC236}">
                <a16:creationId xmlns:a16="http://schemas.microsoft.com/office/drawing/2014/main" id="{D807E524-FC1C-0CD6-4E84-F55B41ABF787}"/>
              </a:ext>
            </a:extLst>
          </p:cNvPr>
          <p:cNvGrpSpPr/>
          <p:nvPr userDrawn="1"/>
        </p:nvGrpSpPr>
        <p:grpSpPr>
          <a:xfrm>
            <a:off x="9047974" y="210783"/>
            <a:ext cx="2639460" cy="173118"/>
            <a:chOff x="9050330" y="210783"/>
            <a:chExt cx="2640147" cy="173118"/>
          </a:xfrm>
        </p:grpSpPr>
        <p:sp>
          <p:nvSpPr>
            <p:cNvPr id="135" name="Final [Sticker org.]">
              <a:extLst>
                <a:ext uri="{FF2B5EF4-FFF2-40B4-BE49-F238E27FC236}">
                  <a16:creationId xmlns:a16="http://schemas.microsoft.com/office/drawing/2014/main" id="{4440328B-E219-D57E-E076-5D09AD704156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3"/>
              <a:ext cx="2640147" cy="17311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wrap="square" lIns="900000" tIns="0" rIns="0" bIns="0" rtlCol="0" anchor="ctr">
              <a:spAutoFit/>
            </a:bodyPr>
            <a:lstStyle/>
            <a:p>
              <a:pPr marL="0" marR="0" lvl="0" indent="0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TEXT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6" name="Final [Sticker org.]">
              <a:extLst>
                <a:ext uri="{FF2B5EF4-FFF2-40B4-BE49-F238E27FC236}">
                  <a16:creationId xmlns:a16="http://schemas.microsoft.com/office/drawing/2014/main" id="{E3A6C8D3-C105-250D-CC2B-D59A630EC485}"/>
                </a:ext>
              </a:extLst>
            </p:cNvPr>
            <p:cNvSpPr>
              <a:spLocks/>
            </p:cNvSpPr>
            <p:nvPr/>
          </p:nvSpPr>
          <p:spPr>
            <a:xfrm>
              <a:off x="9050330" y="210784"/>
              <a:ext cx="853949" cy="173117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 w="19050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12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GL" sz="80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RESPONSIBLE:</a:t>
              </a:r>
              <a:endParaRPr kumimoji="0" lang="en-US" sz="80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37" name="Workspace [Presentation]" hidden="1">
            <a:extLst>
              <a:ext uri="{FF2B5EF4-FFF2-40B4-BE49-F238E27FC236}">
                <a16:creationId xmlns:a16="http://schemas.microsoft.com/office/drawing/2014/main" id="{94A6BE43-81F0-FA8E-2328-A068FC5E0F5F}"/>
              </a:ext>
            </a:extLst>
          </p:cNvPr>
          <p:cNvSpPr/>
          <p:nvPr userDrawn="1"/>
        </p:nvSpPr>
        <p:spPr bwMode="gray">
          <a:xfrm>
            <a:off x="503870" y="1548561"/>
            <a:ext cx="11183564" cy="4552203"/>
          </a:xfrm>
          <a:prstGeom prst="rect">
            <a:avLst/>
          </a:prstGeom>
          <a:noFill/>
          <a:ln w="12700" algn="ctr">
            <a:solidFill>
              <a:srgbClr val="D24726"/>
            </a:solidFill>
            <a:prstDash val="lgDash"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DK" sz="1799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72 Brand" pitchFamily="34" charset="-128"/>
              <a:cs typeface="72 Brand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9394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</p:sldLayoutIdLst>
  <p:hf hdr="0" ftr="0" dt="0"/>
  <p:txStyles>
    <p:titleStyle>
      <a:lvl1pPr algn="l" defTabSz="1088231" rtl="0" eaLnBrk="1" latinLnBrk="0" hangingPunct="1">
        <a:spcBef>
          <a:spcPct val="0"/>
        </a:spcBef>
        <a:buNone/>
        <a:defRPr sz="2399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231" rtl="0" eaLnBrk="1" latinLnBrk="0" hangingPunct="1">
        <a:spcBef>
          <a:spcPts val="600"/>
        </a:spcBef>
        <a:buClrTx/>
        <a:buSzPct val="100000"/>
        <a:buFont typeface="Arial" panose="020B0604020202020204" pitchFamily="34" charset="0"/>
        <a:buChar char="​"/>
        <a:defRPr sz="1999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1924" indent="-251924" algn="l" defTabSz="1088231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sz="1799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03849" indent="-251924" algn="l" defTabSz="1088231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"/>
        <a:defRPr lang="en-US" sz="16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55773" indent="-251924" algn="l" defTabSz="1088231" rtl="0" eaLnBrk="1" latinLnBrk="0" hangingPunct="1">
        <a:spcBef>
          <a:spcPts val="600"/>
        </a:spcBef>
        <a:buClr>
          <a:schemeClr val="tx1"/>
        </a:buClr>
        <a:buSzPct val="100000"/>
        <a:buFont typeface="Wingdings" panose="05000000000000000000" pitchFamily="2" charset="2"/>
        <a:buChar char="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1088231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​"/>
        <a:defRPr sz="1400" b="0" i="0" kern="1200" baseline="0">
          <a:solidFill>
            <a:schemeClr val="tx1"/>
          </a:solidFill>
          <a:latin typeface="+mj-lt"/>
          <a:ea typeface="+mn-ea"/>
          <a:cs typeface="+mn-cs"/>
        </a:defRPr>
      </a:lvl5pPr>
      <a:lvl6pPr marL="0" indent="0" algn="l" defTabSz="1088231" rtl="0" eaLnBrk="1" latinLnBrk="0" hangingPunct="1">
        <a:lnSpc>
          <a:spcPct val="120000"/>
        </a:lnSpc>
        <a:spcBef>
          <a:spcPts val="600"/>
        </a:spcBef>
        <a:buFont typeface="Arial" panose="020B0604020202020204" pitchFamily="34" charset="0"/>
        <a:buChar char="​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088231" rtl="0" eaLnBrk="1" latinLnBrk="0" hangingPunct="1">
        <a:lnSpc>
          <a:spcPct val="120000"/>
        </a:lnSpc>
        <a:spcBef>
          <a:spcPts val="3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1088231" rtl="0" eaLnBrk="1" latinLnBrk="0" hangingPunct="1">
        <a:lnSpc>
          <a:spcPct val="120000"/>
        </a:lnSpc>
        <a:spcBef>
          <a:spcPts val="600"/>
        </a:spcBef>
        <a:buFont typeface="Arial" pitchFamily="34" charset="0"/>
        <a:buChar char="​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088231" rtl="0" eaLnBrk="1" latinLnBrk="0" hangingPunct="1">
        <a:spcBef>
          <a:spcPts val="600"/>
        </a:spcBef>
        <a:buFont typeface="Arial" pitchFamily="34" charset="0"/>
        <a:buChar char="​"/>
        <a:defRPr sz="3599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44116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2pPr>
      <a:lvl3pPr marL="1088231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3pPr>
      <a:lvl4pPr marL="1632347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4pPr>
      <a:lvl5pPr marL="2176463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5pPr>
      <a:lvl6pPr marL="2720580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6pPr>
      <a:lvl7pPr marL="3264695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7pPr>
      <a:lvl8pPr marL="3808811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8pPr>
      <a:lvl9pPr marL="4352927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>
          <p15:clr>
            <a:srgbClr val="A4A4A4"/>
          </p15:clr>
        </p15:guide>
        <p15:guide id="2" pos="759">
          <p15:clr>
            <a:srgbClr val="A4A4A4"/>
          </p15:clr>
        </p15:guide>
        <p15:guide id="3" orient="horz" pos="317">
          <p15:clr>
            <a:srgbClr val="A4A4A4"/>
          </p15:clr>
        </p15:guide>
        <p15:guide id="4" orient="horz" pos="4002">
          <p15:clr>
            <a:srgbClr val="A4A4A4"/>
          </p15:clr>
        </p15:guide>
        <p15:guide id="5" pos="917">
          <p15:clr>
            <a:srgbClr val="A4A4A4"/>
          </p15:clr>
        </p15:guide>
        <p15:guide id="6" pos="1359">
          <p15:clr>
            <a:srgbClr val="A4A4A4"/>
          </p15:clr>
        </p15:guide>
        <p15:guide id="7" pos="1518">
          <p15:clr>
            <a:srgbClr val="A4A4A4"/>
          </p15:clr>
        </p15:guide>
        <p15:guide id="8" pos="1960">
          <p15:clr>
            <a:srgbClr val="A4A4A4"/>
          </p15:clr>
        </p15:guide>
        <p15:guide id="9" pos="2118">
          <p15:clr>
            <a:srgbClr val="A4A4A4"/>
          </p15:clr>
        </p15:guide>
        <p15:guide id="10" pos="2560">
          <p15:clr>
            <a:srgbClr val="A4A4A4"/>
          </p15:clr>
        </p15:guide>
        <p15:guide id="11" pos="2719">
          <p15:clr>
            <a:srgbClr val="A4A4A4"/>
          </p15:clr>
        </p15:guide>
        <p15:guide id="12" pos="3161">
          <p15:clr>
            <a:srgbClr val="A4A4A4"/>
          </p15:clr>
        </p15:guide>
        <p15:guide id="13" pos="3319">
          <p15:clr>
            <a:srgbClr val="A4A4A4"/>
          </p15:clr>
        </p15:guide>
        <p15:guide id="14" pos="3761">
          <p15:clr>
            <a:srgbClr val="A4A4A4"/>
          </p15:clr>
        </p15:guide>
        <p15:guide id="15" pos="3920">
          <p15:clr>
            <a:srgbClr val="A4A4A4"/>
          </p15:clr>
        </p15:guide>
        <p15:guide id="16" pos="4362">
          <p15:clr>
            <a:srgbClr val="A4A4A4"/>
          </p15:clr>
        </p15:guide>
        <p15:guide id="17" pos="4520">
          <p15:clr>
            <a:srgbClr val="A4A4A4"/>
          </p15:clr>
        </p15:guide>
        <p15:guide id="18" pos="4962">
          <p15:clr>
            <a:srgbClr val="A4A4A4"/>
          </p15:clr>
        </p15:guide>
        <p15:guide id="19" pos="5121">
          <p15:clr>
            <a:srgbClr val="A4A4A4"/>
          </p15:clr>
        </p15:guide>
        <p15:guide id="20" pos="5563">
          <p15:clr>
            <a:srgbClr val="A4A4A4"/>
          </p15:clr>
        </p15:guide>
        <p15:guide id="21" pos="5721">
          <p15:clr>
            <a:srgbClr val="A4A4A4"/>
          </p15:clr>
        </p15:guide>
        <p15:guide id="22" pos="6163">
          <p15:clr>
            <a:srgbClr val="A4A4A4"/>
          </p15:clr>
        </p15:guide>
        <p15:guide id="23" pos="6322">
          <p15:clr>
            <a:srgbClr val="A4A4A4"/>
          </p15:clr>
        </p15:guide>
        <p15:guide id="24" pos="6764">
          <p15:clr>
            <a:srgbClr val="A4A4A4"/>
          </p15:clr>
        </p15:guide>
        <p15:guide id="25" pos="6922">
          <p15:clr>
            <a:srgbClr val="A4A4A4"/>
          </p15:clr>
        </p15:guide>
        <p15:guide id="26" pos="7364">
          <p15:clr>
            <a:srgbClr val="A4A4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78EA2-E767-7BCF-3BA5-1CA7DE27E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7072E2D6-564D-4FC2-486D-516222CF0D68}"/>
              </a:ext>
            </a:extLst>
          </p:cNvPr>
          <p:cNvSpPr/>
          <p:nvPr/>
        </p:nvSpPr>
        <p:spPr bwMode="gray">
          <a:xfrm rot="16200000" flipH="1">
            <a:off x="2620696" y="-1186013"/>
            <a:ext cx="5342224" cy="9736282"/>
          </a:xfrm>
          <a:prstGeom prst="round2SameRect">
            <a:avLst>
              <a:gd name="adj1" fmla="val 2766"/>
              <a:gd name="adj2" fmla="val 0"/>
            </a:avLst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>
            <a:outerShdw blurRad="38100" algn="ctr" rotWithShape="0">
              <a:prstClr val="black">
                <a:alpha val="30000"/>
              </a:prstClr>
            </a:outerShdw>
          </a:effectLst>
        </p:spPr>
        <p:txBody>
          <a:bodyPr lIns="89977" tIns="71981" rIns="89977" bIns="71981" rtlCol="0" anchor="ctr"/>
          <a:lstStyle/>
          <a:p>
            <a:pPr algn="ctr" defTabSz="914126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SG" sz="1799" kern="0">
              <a:solidFill>
                <a:srgbClr val="000000"/>
              </a:solidFill>
              <a:latin typeface="72 Brand"/>
              <a:ea typeface="Arial Unicode MS" pitchFamily="34" charset="-128"/>
            </a:endParaRPr>
          </a:p>
        </p:txBody>
      </p:sp>
      <p:sp>
        <p:nvSpPr>
          <p:cNvPr id="62" name="Rectangle: Top Corners Rounded 61">
            <a:extLst>
              <a:ext uri="{FF2B5EF4-FFF2-40B4-BE49-F238E27FC236}">
                <a16:creationId xmlns:a16="http://schemas.microsoft.com/office/drawing/2014/main" id="{EDCAED4C-1099-A8CA-212B-74264B5D5FA0}"/>
              </a:ext>
            </a:extLst>
          </p:cNvPr>
          <p:cNvSpPr/>
          <p:nvPr/>
        </p:nvSpPr>
        <p:spPr bwMode="gray">
          <a:xfrm rot="5400000">
            <a:off x="8257771" y="2776627"/>
            <a:ext cx="5342224" cy="1805907"/>
          </a:xfrm>
          <a:prstGeom prst="round2SameRect">
            <a:avLst>
              <a:gd name="adj1" fmla="val 9099"/>
              <a:gd name="adj2" fmla="val 0"/>
            </a:avLst>
          </a:prstGeom>
          <a:solidFill>
            <a:srgbClr val="00144A"/>
          </a:solidFill>
          <a:ln w="25400" algn="ctr">
            <a:noFill/>
            <a:miter lim="800000"/>
            <a:headEnd/>
            <a:tailEnd/>
          </a:ln>
          <a:effectLst>
            <a:outerShdw blurRad="38100" algn="ctr" rotWithShape="0">
              <a:prstClr val="black">
                <a:alpha val="30000"/>
              </a:prstClr>
            </a:outerShdw>
          </a:effectLst>
        </p:spPr>
        <p:txBody>
          <a:bodyPr lIns="89977" tIns="71981" rIns="89977" bIns="71981" rtlCol="0" anchor="ctr"/>
          <a:lstStyle/>
          <a:p>
            <a:pPr algn="ctr" defTabSz="914126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SG" sz="1799" kern="0">
              <a:solidFill>
                <a:srgbClr val="000000"/>
              </a:solidFill>
              <a:latin typeface="72 Brand"/>
              <a:ea typeface="Arial Unicode MS" pitchFamily="34" charset="-128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8F83EDB-6A10-8C34-1118-77BFFDD6FC85}"/>
              </a:ext>
            </a:extLst>
          </p:cNvPr>
          <p:cNvSpPr/>
          <p:nvPr/>
        </p:nvSpPr>
        <p:spPr bwMode="gray">
          <a:xfrm>
            <a:off x="10159945" y="2330960"/>
            <a:ext cx="1562752" cy="3220349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t"/>
          <a:lstStyle/>
          <a:p>
            <a:pPr defTabSz="1088122" fontAlgn="base"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800" b="1" kern="0">
                <a:solidFill>
                  <a:srgbClr val="FFFFFF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Currency: </a:t>
            </a: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SGD</a:t>
            </a:r>
          </a:p>
          <a:p>
            <a:pPr defTabSz="914126" fontAlgn="base"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800" b="1" kern="0">
                <a:solidFill>
                  <a:srgbClr val="FFFFFF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Input assumptions: </a:t>
            </a: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See Appendix</a:t>
            </a:r>
          </a:p>
          <a:p>
            <a:pPr defTabSz="914126" fontAlgn="base"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US" sz="800" b="1" kern="0">
              <a:solidFill>
                <a:srgbClr val="FFFFFF"/>
              </a:solidFill>
              <a:latin typeface="72 Brand"/>
              <a:ea typeface="Arial Unicode MS" pitchFamily="34" charset="-128"/>
              <a:cs typeface="Arial Unicode MS" pitchFamily="34" charset="-128"/>
            </a:endParaRPr>
          </a:p>
          <a:p>
            <a:pPr defTabSz="914126" fontAlgn="base"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800" b="1" kern="0">
                <a:solidFill>
                  <a:srgbClr val="FFFFFF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Table presents: </a:t>
            </a: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Value Driver Name, % Improvement, Business Benefit </a:t>
            </a:r>
          </a:p>
          <a:p>
            <a:pPr defTabSz="1088122" fontAlgn="base"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800" b="1" kern="0">
                <a:solidFill>
                  <a:srgbClr val="FFFFFF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Solution scope: </a:t>
            </a:r>
          </a:p>
          <a:p>
            <a:pPr marL="171399" indent="-171399" defTabSz="1088122" fontAlgn="base">
              <a:spcAft>
                <a:spcPct val="0"/>
              </a:spcAft>
              <a:buClr>
                <a:srgbClr val="0070F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GROW with SAP S/4HANA Cloud, public edition</a:t>
            </a:r>
          </a:p>
          <a:p>
            <a:pPr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US" sz="800" kern="0">
              <a:solidFill>
                <a:srgbClr val="FFFFFF"/>
              </a:solidFill>
              <a:latin typeface="72 Brand"/>
              <a:cs typeface="72" panose="020B0503030000000003" pitchFamily="34" charset="0"/>
            </a:endParaRPr>
          </a:p>
          <a:p>
            <a:pPr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800" kern="0">
                <a:solidFill>
                  <a:srgbClr val="FFFFFF"/>
                </a:solidFill>
                <a:latin typeface="72 Brand"/>
                <a:cs typeface="72" panose="020B0503030000000003" pitchFamily="34" charset="0"/>
              </a:rPr>
              <a:t>*The business benefits presented on this slide are </a:t>
            </a:r>
            <a:r>
              <a:rPr lang="en-US" sz="800" b="1" i="1" kern="0">
                <a:solidFill>
                  <a:srgbClr val="FFFFFF"/>
                </a:solidFill>
                <a:latin typeface="72 Brand"/>
                <a:cs typeface="72" panose="020B0503030000000003" pitchFamily="34" charset="0"/>
              </a:rPr>
              <a:t>illustrative and are averages of typical conservative-to-aggressive improvement scenarios </a:t>
            </a:r>
            <a:r>
              <a:rPr lang="en-US" sz="800" i="1" kern="0">
                <a:solidFill>
                  <a:srgbClr val="FFFFFF"/>
                </a:solidFill>
                <a:latin typeface="72 Brand"/>
                <a:cs typeface="72" panose="020B0503030000000003" pitchFamily="34" charset="0"/>
              </a:rPr>
              <a:t>based on SAP experience</a:t>
            </a:r>
            <a:r>
              <a:rPr lang="en-US" sz="800" kern="0">
                <a:solidFill>
                  <a:srgbClr val="FFFFFF"/>
                </a:solidFill>
                <a:latin typeface="72 Brand"/>
                <a:cs typeface="72" panose="020B0503030000000003" pitchFamily="34" charset="0"/>
              </a:rPr>
              <a:t>. More discovery and validations are required to refine further calculations for project economics analysis.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467121A-3D60-006F-EC7A-5C081047D44E}"/>
              </a:ext>
            </a:extLst>
          </p:cNvPr>
          <p:cNvGrpSpPr/>
          <p:nvPr/>
        </p:nvGrpSpPr>
        <p:grpSpPr>
          <a:xfrm>
            <a:off x="10197260" y="1691861"/>
            <a:ext cx="1139110" cy="521099"/>
            <a:chOff x="10989319" y="5256062"/>
            <a:chExt cx="984212" cy="47031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24510EA-4354-0AAD-7AEB-C17DE2E18A55}"/>
                </a:ext>
              </a:extLst>
            </p:cNvPr>
            <p:cNvSpPr/>
            <p:nvPr/>
          </p:nvSpPr>
          <p:spPr bwMode="auto">
            <a:xfrm>
              <a:off x="10989319" y="5256062"/>
              <a:ext cx="129600" cy="129600"/>
            </a:xfrm>
            <a:prstGeom prst="ellipse">
              <a:avLst/>
            </a:prstGeom>
            <a:solidFill>
              <a:srgbClr val="D1EFFF"/>
            </a:solidFill>
            <a:ln w="19050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852">
                <a:defRPr/>
              </a:pPr>
              <a:endParaRPr lang="en-US" sz="800" b="1" kern="0">
                <a:solidFill>
                  <a:srgbClr val="C35500"/>
                </a:solidFill>
                <a:latin typeface="72 Brand Medium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979A72C-2D78-B578-E38C-B541824CBA62}"/>
                </a:ext>
              </a:extLst>
            </p:cNvPr>
            <p:cNvSpPr/>
            <p:nvPr/>
          </p:nvSpPr>
          <p:spPr bwMode="auto">
            <a:xfrm>
              <a:off x="10990086" y="5432209"/>
              <a:ext cx="128833" cy="123111"/>
            </a:xfrm>
            <a:prstGeom prst="ellipse">
              <a:avLst/>
            </a:prstGeom>
            <a:solidFill>
              <a:srgbClr val="E2D8FF"/>
            </a:solidFill>
            <a:ln w="190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3852">
                <a:defRPr/>
              </a:pPr>
              <a:endParaRPr lang="en-US" sz="900" kern="0">
                <a:solidFill>
                  <a:srgbClr val="FFFFFF"/>
                </a:solidFill>
                <a:latin typeface="72 Brand Medium"/>
              </a:endParaRPr>
            </a:p>
          </p:txBody>
        </p:sp>
        <p:sp>
          <p:nvSpPr>
            <p:cNvPr id="67" name="TextBox 160">
              <a:extLst>
                <a:ext uri="{FF2B5EF4-FFF2-40B4-BE49-F238E27FC236}">
                  <a16:creationId xmlns:a16="http://schemas.microsoft.com/office/drawing/2014/main" id="{4FE50301-3DC8-EC8E-573E-D8C368BDA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8862" y="5438237"/>
              <a:ext cx="804669" cy="111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3852">
                <a:defRPr/>
              </a:pPr>
              <a:r>
                <a:rPr lang="en-US" altLang="en-US" sz="800" kern="0">
                  <a:solidFill>
                    <a:srgbClr val="FFFFFF"/>
                  </a:solidFill>
                  <a:latin typeface="72 Brand Medium"/>
                  <a:cs typeface="72" panose="020B0503030000000003" pitchFamily="34" charset="0"/>
                </a:rPr>
                <a:t>One-time benefit</a:t>
              </a:r>
            </a:p>
          </p:txBody>
        </p:sp>
        <p:sp>
          <p:nvSpPr>
            <p:cNvPr id="68" name="TextBox 154">
              <a:extLst>
                <a:ext uri="{FF2B5EF4-FFF2-40B4-BE49-F238E27FC236}">
                  <a16:creationId xmlns:a16="http://schemas.microsoft.com/office/drawing/2014/main" id="{11D579FA-1574-433A-09F6-BB0556AE1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8862" y="5265334"/>
              <a:ext cx="763526" cy="111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3852">
                <a:defRPr/>
              </a:pPr>
              <a:r>
                <a:rPr lang="en-US" altLang="en-US" sz="800" kern="0">
                  <a:solidFill>
                    <a:srgbClr val="FFFFFF"/>
                  </a:solidFill>
                  <a:latin typeface="72 Brand Medium"/>
                  <a:cs typeface="72" panose="020B0503030000000003" pitchFamily="34" charset="0"/>
                </a:rPr>
                <a:t>Recurring benefit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95EDFF3-5F77-AA27-F46B-1C1B2C0F0928}"/>
                </a:ext>
              </a:extLst>
            </p:cNvPr>
            <p:cNvSpPr/>
            <p:nvPr/>
          </p:nvSpPr>
          <p:spPr bwMode="auto">
            <a:xfrm>
              <a:off x="10990086" y="5603265"/>
              <a:ext cx="128833" cy="123111"/>
            </a:xfrm>
            <a:prstGeom prst="ellipse">
              <a:avLst/>
            </a:prstGeom>
            <a:solidFill>
              <a:srgbClr val="FFDCE8"/>
            </a:solidFill>
            <a:ln w="9525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3852">
                <a:defRPr/>
              </a:pPr>
              <a:endParaRPr lang="en-US" sz="900" kern="0">
                <a:solidFill>
                  <a:srgbClr val="FFFFFF"/>
                </a:solidFill>
                <a:latin typeface="72 Brand Medium"/>
              </a:endParaRPr>
            </a:p>
          </p:txBody>
        </p:sp>
        <p:sp>
          <p:nvSpPr>
            <p:cNvPr id="70" name="TextBox 160">
              <a:extLst>
                <a:ext uri="{FF2B5EF4-FFF2-40B4-BE49-F238E27FC236}">
                  <a16:creationId xmlns:a16="http://schemas.microsoft.com/office/drawing/2014/main" id="{61D66705-9758-8E4F-697D-D5D91E3FE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8862" y="5609294"/>
              <a:ext cx="804669" cy="111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3852">
                <a:defRPr/>
              </a:pPr>
              <a:r>
                <a:rPr lang="en-US" altLang="en-US" sz="800" kern="0">
                  <a:solidFill>
                    <a:srgbClr val="FFFFFF"/>
                  </a:solidFill>
                  <a:latin typeface="72 Brand Medium"/>
                  <a:cs typeface="72" panose="020B0503030000000003" pitchFamily="34" charset="0"/>
                </a:rPr>
                <a:t>Qualitative benefit</a:t>
              </a:r>
            </a:p>
          </p:txBody>
        </p:sp>
      </p:grpSp>
      <p:sp>
        <p:nvSpPr>
          <p:cNvPr id="71" name="Lob_Name_1">
            <a:extLst>
              <a:ext uri="{FF2B5EF4-FFF2-40B4-BE49-F238E27FC236}">
                <a16:creationId xmlns:a16="http://schemas.microsoft.com/office/drawing/2014/main" id="{7166233F-FC99-ADFC-E12B-059B912A4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932" y="2443746"/>
            <a:ext cx="1197976" cy="261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456926" eaLnBrk="0" hangingPunct="0">
              <a:buClr>
                <a:srgbClr val="F0AB00"/>
              </a:buClr>
              <a:buSzPct val="8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</a:rPr>
              <a:t>Finance</a:t>
            </a:r>
          </a:p>
        </p:txBody>
      </p:sp>
      <p:sp>
        <p:nvSpPr>
          <p:cNvPr id="82" name="ob1">
            <a:extLst>
              <a:ext uri="{FF2B5EF4-FFF2-40B4-BE49-F238E27FC236}">
                <a16:creationId xmlns:a16="http://schemas.microsoft.com/office/drawing/2014/main" id="{52A15E91-6F96-8934-AAF1-357EEC530971}"/>
              </a:ext>
            </a:extLst>
          </p:cNvPr>
          <p:cNvSpPr/>
          <p:nvPr/>
        </p:nvSpPr>
        <p:spPr bwMode="gray">
          <a:xfrm>
            <a:off x="684137" y="2795025"/>
            <a:ext cx="971494" cy="287850"/>
          </a:xfrm>
          <a:prstGeom prst="round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4126" fontAlgn="base">
              <a:spcAft>
                <a:spcPct val="0"/>
              </a:spcAft>
              <a:buClr>
                <a:srgbClr val="0085D3"/>
              </a:buClr>
              <a:buSzPct val="20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xx M</a:t>
            </a:r>
          </a:p>
        </p:txBody>
      </p:sp>
      <p:sp>
        <p:nvSpPr>
          <p:cNvPr id="83" name="rb1">
            <a:extLst>
              <a:ext uri="{FF2B5EF4-FFF2-40B4-BE49-F238E27FC236}">
                <a16:creationId xmlns:a16="http://schemas.microsoft.com/office/drawing/2014/main" id="{5BF76CC9-7DB4-C55E-61E5-B5AAE353B675}"/>
              </a:ext>
            </a:extLst>
          </p:cNvPr>
          <p:cNvSpPr/>
          <p:nvPr/>
        </p:nvSpPr>
        <p:spPr bwMode="gray">
          <a:xfrm>
            <a:off x="1703816" y="2795025"/>
            <a:ext cx="971494" cy="287850"/>
          </a:xfrm>
          <a:prstGeom prst="roundRect">
            <a:avLst/>
          </a:prstGeom>
          <a:solidFill>
            <a:srgbClr val="E2D8FF"/>
          </a:solidFill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4126" fontAlgn="base">
              <a:spcAft>
                <a:spcPct val="0"/>
              </a:spcAft>
              <a:buClr>
                <a:srgbClr val="0085D3"/>
              </a:buClr>
              <a:buSzPct val="20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xx M</a:t>
            </a:r>
          </a:p>
        </p:txBody>
      </p:sp>
      <p:graphicFrame>
        <p:nvGraphicFramePr>
          <p:cNvPr id="98" name="tbl_lob2">
            <a:extLst>
              <a:ext uri="{FF2B5EF4-FFF2-40B4-BE49-F238E27FC236}">
                <a16:creationId xmlns:a16="http://schemas.microsoft.com/office/drawing/2014/main" id="{4DA58DFE-B8C3-771F-D28A-A8321082CAA2}"/>
              </a:ext>
            </a:extLst>
          </p:cNvPr>
          <p:cNvGraphicFramePr>
            <a:graphicFrameLocks noGrp="1"/>
          </p:cNvGraphicFramePr>
          <p:nvPr/>
        </p:nvGraphicFramePr>
        <p:xfrm>
          <a:off x="594481" y="3190777"/>
          <a:ext cx="2226466" cy="1079436"/>
        </p:xfrm>
        <a:graphic>
          <a:graphicData uri="http://schemas.openxmlformats.org/drawingml/2006/table">
            <a:tbl>
              <a:tblPr firstRow="1" bandRow="1"/>
              <a:tblGrid>
                <a:gridCol w="1320784">
                  <a:extLst>
                    <a:ext uri="{9D8B030D-6E8A-4147-A177-3AD203B41FA5}">
                      <a16:colId xmlns:a16="http://schemas.microsoft.com/office/drawing/2014/main" val="3200904527"/>
                    </a:ext>
                  </a:extLst>
                </a:gridCol>
                <a:gridCol w="452841">
                  <a:extLst>
                    <a:ext uri="{9D8B030D-6E8A-4147-A177-3AD203B41FA5}">
                      <a16:colId xmlns:a16="http://schemas.microsoft.com/office/drawing/2014/main" val="1445573570"/>
                    </a:ext>
                  </a:extLst>
                </a:gridCol>
                <a:gridCol w="452841">
                  <a:extLst>
                    <a:ext uri="{9D8B030D-6E8A-4147-A177-3AD203B41FA5}">
                      <a16:colId xmlns:a16="http://schemas.microsoft.com/office/drawing/2014/main" val="981610959"/>
                    </a:ext>
                  </a:extLst>
                </a:gridCol>
              </a:tblGrid>
              <a:tr h="359812">
                <a:tc>
                  <a:txBody>
                    <a:bodyPr/>
                    <a:lstStyle/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Reduce days sales outstanding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33120"/>
                  </a:ext>
                </a:extLst>
              </a:tr>
              <a:tr h="359812">
                <a:tc>
                  <a:txBody>
                    <a:bodyPr/>
                    <a:lstStyle>
                      <a:lvl1pPr marL="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1pPr>
                      <a:lvl2pPr marL="544116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2pPr>
                      <a:lvl3pPr marL="108823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3pPr>
                      <a:lvl4pPr marL="163234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4pPr>
                      <a:lvl5pPr marL="2176463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5pPr>
                      <a:lvl6pPr marL="272058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6pPr>
                      <a:lvl7pPr marL="3264695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7pPr>
                      <a:lvl8pPr marL="380881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8pPr>
                      <a:lvl9pPr marL="435292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9pPr>
                    </a:lstStyle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Improve finance FTE productivity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149129"/>
                  </a:ext>
                </a:extLst>
              </a:tr>
              <a:tr h="359812">
                <a:tc gridSpan="3"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Reduce days to close annual books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0">
                        <a:solidFill>
                          <a:srgbClr val="000000"/>
                        </a:solidFill>
                        <a:latin typeface="+mn-lt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800" b="1" kern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368297"/>
                  </a:ext>
                </a:extLst>
              </a:tr>
            </a:tbl>
          </a:graphicData>
        </a:graphic>
      </p:graphicFrame>
      <p:sp>
        <p:nvSpPr>
          <p:cNvPr id="99" name="Left Bracket 98">
            <a:extLst>
              <a:ext uri="{FF2B5EF4-FFF2-40B4-BE49-F238E27FC236}">
                <a16:creationId xmlns:a16="http://schemas.microsoft.com/office/drawing/2014/main" id="{4E660AA0-CD0C-018E-CBAB-68FF51CB26D4}"/>
              </a:ext>
            </a:extLst>
          </p:cNvPr>
          <p:cNvSpPr/>
          <p:nvPr/>
        </p:nvSpPr>
        <p:spPr>
          <a:xfrm rot="16200000" flipH="1">
            <a:off x="5149138" y="-2276735"/>
            <a:ext cx="94419" cy="9286747"/>
          </a:xfrm>
          <a:prstGeom prst="leftBracket">
            <a:avLst/>
          </a:prstGeom>
          <a:noFill/>
          <a:ln w="9525" cap="flat" cmpd="sng" algn="ctr">
            <a:solidFill>
              <a:srgbClr val="FFFFFF">
                <a:lumMod val="50000"/>
              </a:srgbClr>
            </a:solidFill>
            <a:prstDash val="solid"/>
            <a:tailEnd type="none"/>
          </a:ln>
          <a:effectLst/>
        </p:spPr>
        <p:txBody>
          <a:bodyPr rtlCol="0" anchor="ctr"/>
          <a:lstStyle/>
          <a:p>
            <a:pPr algn="ctr" defTabSz="1088122">
              <a:defRPr/>
            </a:pPr>
            <a:endParaRPr lang="en-US" sz="2098" kern="0">
              <a:solidFill>
                <a:srgbClr val="000000"/>
              </a:solidFill>
              <a:latin typeface="72 Brand Medium"/>
            </a:endParaRP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9F6516DB-1DB2-8EF2-C763-CEF63421ABEF}"/>
              </a:ext>
            </a:extLst>
          </p:cNvPr>
          <p:cNvSpPr/>
          <p:nvPr/>
        </p:nvSpPr>
        <p:spPr bwMode="gray">
          <a:xfrm>
            <a:off x="3814237" y="1868542"/>
            <a:ext cx="1439877" cy="295894"/>
          </a:xfrm>
          <a:prstGeom prst="round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</p:spPr>
        <p:txBody>
          <a:bodyPr lIns="0" tIns="71962" rIns="0" bIns="71962" rtlCol="0" anchor="ctr"/>
          <a:lstStyle/>
          <a:p>
            <a:pPr algn="ctr" defTabSz="914126" fontAlgn="base">
              <a:spcBef>
                <a:spcPct val="50000"/>
              </a:spcBef>
              <a:spcAft>
                <a:spcPct val="0"/>
              </a:spcAft>
              <a:buClr>
                <a:srgbClr val="0085D3"/>
              </a:buClr>
              <a:buSzPct val="200000"/>
              <a:defRPr/>
            </a:pPr>
            <a:r>
              <a:rPr lang="en-US" sz="1600" b="1" kern="0">
                <a:solidFill>
                  <a:srgbClr val="000000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xx M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B4EA703F-E972-361E-4516-A25A30203680}"/>
              </a:ext>
            </a:extLst>
          </p:cNvPr>
          <p:cNvSpPr/>
          <p:nvPr/>
        </p:nvSpPr>
        <p:spPr bwMode="gray">
          <a:xfrm>
            <a:off x="5319662" y="1868542"/>
            <a:ext cx="1439877" cy="295894"/>
          </a:xfrm>
          <a:prstGeom prst="roundRect">
            <a:avLst/>
          </a:prstGeom>
          <a:solidFill>
            <a:srgbClr val="E2D8FF"/>
          </a:solidFill>
          <a:ln w="25400" algn="ctr">
            <a:noFill/>
            <a:miter lim="800000"/>
            <a:headEnd/>
            <a:tailEnd/>
          </a:ln>
        </p:spPr>
        <p:txBody>
          <a:bodyPr lIns="0" tIns="71962" rIns="0" bIns="71962" rtlCol="0" anchor="ctr"/>
          <a:lstStyle/>
          <a:p>
            <a:pPr algn="ctr" defTabSz="914126" fontAlgn="base">
              <a:spcAft>
                <a:spcPct val="0"/>
              </a:spcAft>
              <a:buClr>
                <a:srgbClr val="0085D3"/>
              </a:buClr>
              <a:buSzPct val="200000"/>
              <a:defRPr/>
            </a:pPr>
            <a:r>
              <a:rPr lang="en-US" sz="1600" b="1" kern="0">
                <a:solidFill>
                  <a:srgbClr val="000000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xx M</a:t>
            </a:r>
          </a:p>
        </p:txBody>
      </p:sp>
      <p:sp>
        <p:nvSpPr>
          <p:cNvPr id="102" name="Lob_Name_4">
            <a:extLst>
              <a:ext uri="{FF2B5EF4-FFF2-40B4-BE49-F238E27FC236}">
                <a16:creationId xmlns:a16="http://schemas.microsoft.com/office/drawing/2014/main" id="{8122E2BD-9B05-1EA7-8AEF-8A9C9877D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203" y="1316488"/>
            <a:ext cx="6028918" cy="4527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456926" eaLnBrk="0" hangingPunct="0">
              <a:buClr>
                <a:srgbClr val="F0AB00"/>
              </a:buClr>
              <a:buSzPct val="80000"/>
              <a:defRPr/>
            </a:pPr>
            <a:r>
              <a:rPr lang="en-US" sz="1400" b="1" kern="0">
                <a:solidFill>
                  <a:srgbClr val="0070F2"/>
                </a:solidFill>
                <a:latin typeface="72 Brand"/>
              </a:rPr>
              <a:t>Total Steady-state Value Potential</a:t>
            </a:r>
          </a:p>
          <a:p>
            <a:pPr algn="ctr" defTabSz="456926" eaLnBrk="0" hangingPunct="0">
              <a:buClr>
                <a:srgbClr val="F0AB00"/>
              </a:buClr>
              <a:buSzPct val="80000"/>
              <a:defRPr/>
            </a:pPr>
            <a:r>
              <a:rPr lang="en-US" sz="1400" b="1" kern="0">
                <a:solidFill>
                  <a:srgbClr val="000000"/>
                </a:solidFill>
                <a:latin typeface="72 Brand"/>
              </a:rPr>
              <a:t>for &lt;Customer&gt;</a:t>
            </a:r>
          </a:p>
        </p:txBody>
      </p:sp>
      <p:sp>
        <p:nvSpPr>
          <p:cNvPr id="10" name="Lob_Name_1">
            <a:extLst>
              <a:ext uri="{FF2B5EF4-FFF2-40B4-BE49-F238E27FC236}">
                <a16:creationId xmlns:a16="http://schemas.microsoft.com/office/drawing/2014/main" id="{8F1FEB52-31DF-D991-85FC-724783738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642" y="4426450"/>
            <a:ext cx="1197976" cy="261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456926" eaLnBrk="0" hangingPunct="0">
              <a:buClr>
                <a:srgbClr val="F0AB00"/>
              </a:buClr>
              <a:buSzPct val="8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</a:rPr>
              <a:t>Procurement</a:t>
            </a:r>
          </a:p>
        </p:txBody>
      </p:sp>
      <p:sp>
        <p:nvSpPr>
          <p:cNvPr id="11" name="ob1">
            <a:extLst>
              <a:ext uri="{FF2B5EF4-FFF2-40B4-BE49-F238E27FC236}">
                <a16:creationId xmlns:a16="http://schemas.microsoft.com/office/drawing/2014/main" id="{0F013E32-3C18-AB98-7800-0E617B9B2D03}"/>
              </a:ext>
            </a:extLst>
          </p:cNvPr>
          <p:cNvSpPr/>
          <p:nvPr/>
        </p:nvSpPr>
        <p:spPr bwMode="gray">
          <a:xfrm>
            <a:off x="678847" y="4777728"/>
            <a:ext cx="971494" cy="287850"/>
          </a:xfrm>
          <a:prstGeom prst="round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4126" fontAlgn="base">
              <a:spcAft>
                <a:spcPct val="0"/>
              </a:spcAft>
              <a:buClr>
                <a:srgbClr val="0085D3"/>
              </a:buClr>
              <a:buSzPct val="20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xx M</a:t>
            </a:r>
          </a:p>
        </p:txBody>
      </p:sp>
      <p:sp>
        <p:nvSpPr>
          <p:cNvPr id="12" name="rb1">
            <a:extLst>
              <a:ext uri="{FF2B5EF4-FFF2-40B4-BE49-F238E27FC236}">
                <a16:creationId xmlns:a16="http://schemas.microsoft.com/office/drawing/2014/main" id="{77EAD117-FB18-1840-A2FE-BDD92E8AF189}"/>
              </a:ext>
            </a:extLst>
          </p:cNvPr>
          <p:cNvSpPr/>
          <p:nvPr/>
        </p:nvSpPr>
        <p:spPr bwMode="gray">
          <a:xfrm>
            <a:off x="1698527" y="4777728"/>
            <a:ext cx="971494" cy="287850"/>
          </a:xfrm>
          <a:prstGeom prst="roundRect">
            <a:avLst/>
          </a:prstGeom>
          <a:solidFill>
            <a:srgbClr val="E2D8FF"/>
          </a:solidFill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4126" fontAlgn="base">
              <a:spcAft>
                <a:spcPct val="0"/>
              </a:spcAft>
              <a:buClr>
                <a:srgbClr val="0085D3"/>
              </a:buClr>
              <a:buSzPct val="20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xx M</a:t>
            </a:r>
          </a:p>
        </p:txBody>
      </p:sp>
      <p:graphicFrame>
        <p:nvGraphicFramePr>
          <p:cNvPr id="13" name="tbl_lob2">
            <a:extLst>
              <a:ext uri="{FF2B5EF4-FFF2-40B4-BE49-F238E27FC236}">
                <a16:creationId xmlns:a16="http://schemas.microsoft.com/office/drawing/2014/main" id="{5043F7C9-075C-F904-C509-8AFC85B5570A}"/>
              </a:ext>
            </a:extLst>
          </p:cNvPr>
          <p:cNvGraphicFramePr>
            <a:graphicFrameLocks noGrp="1"/>
          </p:cNvGraphicFramePr>
          <p:nvPr/>
        </p:nvGraphicFramePr>
        <p:xfrm>
          <a:off x="589191" y="5173480"/>
          <a:ext cx="2226466" cy="1176776"/>
        </p:xfrm>
        <a:graphic>
          <a:graphicData uri="http://schemas.openxmlformats.org/drawingml/2006/table">
            <a:tbl>
              <a:tblPr firstRow="1" bandRow="1"/>
              <a:tblGrid>
                <a:gridCol w="1320784">
                  <a:extLst>
                    <a:ext uri="{9D8B030D-6E8A-4147-A177-3AD203B41FA5}">
                      <a16:colId xmlns:a16="http://schemas.microsoft.com/office/drawing/2014/main" val="3200904527"/>
                    </a:ext>
                  </a:extLst>
                </a:gridCol>
                <a:gridCol w="452841">
                  <a:extLst>
                    <a:ext uri="{9D8B030D-6E8A-4147-A177-3AD203B41FA5}">
                      <a16:colId xmlns:a16="http://schemas.microsoft.com/office/drawing/2014/main" val="1445573570"/>
                    </a:ext>
                  </a:extLst>
                </a:gridCol>
                <a:gridCol w="452841">
                  <a:extLst>
                    <a:ext uri="{9D8B030D-6E8A-4147-A177-3AD203B41FA5}">
                      <a16:colId xmlns:a16="http://schemas.microsoft.com/office/drawing/2014/main" val="981610959"/>
                    </a:ext>
                  </a:extLst>
                </a:gridCol>
              </a:tblGrid>
              <a:tr h="359812">
                <a:tc>
                  <a:txBody>
                    <a:bodyPr/>
                    <a:lstStyle>
                      <a:lvl1pPr marL="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1pPr>
                      <a:lvl2pPr marL="544116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2pPr>
                      <a:lvl3pPr marL="108823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3pPr>
                      <a:lvl4pPr marL="163234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4pPr>
                      <a:lvl5pPr marL="2176463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5pPr>
                      <a:lvl6pPr marL="272058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6pPr>
                      <a:lvl7pPr marL="3264695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7pPr>
                      <a:lvl8pPr marL="380881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8pPr>
                      <a:lvl9pPr marL="435292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9pPr>
                    </a:lstStyle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Improve procurement FTE productivity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149129"/>
                  </a:ext>
                </a:extLst>
              </a:tr>
              <a:tr h="457057">
                <a:tc>
                  <a:txBody>
                    <a:bodyPr/>
                    <a:lstStyle>
                      <a:lvl1pPr marL="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1pPr>
                      <a:lvl2pPr marL="544116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2pPr>
                      <a:lvl3pPr marL="108823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3pPr>
                      <a:lvl4pPr marL="163234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4pPr>
                      <a:lvl5pPr marL="2176463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5pPr>
                      <a:lvl6pPr marL="272058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6pPr>
                      <a:lvl7pPr marL="3264695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7pPr>
                      <a:lvl8pPr marL="380881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8pPr>
                      <a:lvl9pPr marL="435292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9pPr>
                    </a:lstStyle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Comprehensive improvement on indirect spend savings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408882"/>
                  </a:ext>
                </a:extLst>
              </a:tr>
              <a:tr h="359812">
                <a:tc>
                  <a:txBody>
                    <a:bodyPr/>
                    <a:lstStyle/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0">
                        <a:solidFill>
                          <a:srgbClr val="000000"/>
                        </a:solidFill>
                        <a:latin typeface="+mn-lt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744890"/>
                  </a:ext>
                </a:extLst>
              </a:tr>
            </a:tbl>
          </a:graphicData>
        </a:graphic>
      </p:graphicFrame>
      <p:sp>
        <p:nvSpPr>
          <p:cNvPr id="14" name="Lob_Name_1">
            <a:extLst>
              <a:ext uri="{FF2B5EF4-FFF2-40B4-BE49-F238E27FC236}">
                <a16:creationId xmlns:a16="http://schemas.microsoft.com/office/drawing/2014/main" id="{5269CDAD-BBA2-C4BD-F219-DD5A5639D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8781" y="2438128"/>
            <a:ext cx="1197976" cy="261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456926" eaLnBrk="0" hangingPunct="0">
              <a:buClr>
                <a:srgbClr val="F0AB00"/>
              </a:buClr>
              <a:buSzPct val="8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</a:rPr>
              <a:t>Production</a:t>
            </a:r>
          </a:p>
        </p:txBody>
      </p:sp>
      <p:sp>
        <p:nvSpPr>
          <p:cNvPr id="15" name="ob1">
            <a:extLst>
              <a:ext uri="{FF2B5EF4-FFF2-40B4-BE49-F238E27FC236}">
                <a16:creationId xmlns:a16="http://schemas.microsoft.com/office/drawing/2014/main" id="{1B4F1047-B4E2-B09A-DD7E-61BCBF33CF82}"/>
              </a:ext>
            </a:extLst>
          </p:cNvPr>
          <p:cNvSpPr/>
          <p:nvPr/>
        </p:nvSpPr>
        <p:spPr bwMode="gray">
          <a:xfrm>
            <a:off x="3040986" y="2789407"/>
            <a:ext cx="971494" cy="287850"/>
          </a:xfrm>
          <a:prstGeom prst="round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4126" fontAlgn="base">
              <a:spcAft>
                <a:spcPct val="0"/>
              </a:spcAft>
              <a:buClr>
                <a:srgbClr val="0085D3"/>
              </a:buClr>
              <a:buSzPct val="20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xx M</a:t>
            </a:r>
          </a:p>
        </p:txBody>
      </p:sp>
      <p:sp>
        <p:nvSpPr>
          <p:cNvPr id="16" name="rb1">
            <a:extLst>
              <a:ext uri="{FF2B5EF4-FFF2-40B4-BE49-F238E27FC236}">
                <a16:creationId xmlns:a16="http://schemas.microsoft.com/office/drawing/2014/main" id="{3FA94D80-8DCC-8E76-8AFE-C618326872F4}"/>
              </a:ext>
            </a:extLst>
          </p:cNvPr>
          <p:cNvSpPr/>
          <p:nvPr/>
        </p:nvSpPr>
        <p:spPr bwMode="gray">
          <a:xfrm>
            <a:off x="4060666" y="2789407"/>
            <a:ext cx="971494" cy="287850"/>
          </a:xfrm>
          <a:prstGeom prst="roundRect">
            <a:avLst/>
          </a:prstGeom>
          <a:solidFill>
            <a:srgbClr val="E2D8FF"/>
          </a:solidFill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4126" fontAlgn="base">
              <a:spcAft>
                <a:spcPct val="0"/>
              </a:spcAft>
              <a:buClr>
                <a:srgbClr val="0085D3"/>
              </a:buClr>
              <a:buSzPct val="20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xx M</a:t>
            </a:r>
          </a:p>
        </p:txBody>
      </p:sp>
      <p:graphicFrame>
        <p:nvGraphicFramePr>
          <p:cNvPr id="17" name="tbl_lob2">
            <a:extLst>
              <a:ext uri="{FF2B5EF4-FFF2-40B4-BE49-F238E27FC236}">
                <a16:creationId xmlns:a16="http://schemas.microsoft.com/office/drawing/2014/main" id="{8AED2BBF-747B-FD6C-5B08-8D9B81767FCF}"/>
              </a:ext>
            </a:extLst>
          </p:cNvPr>
          <p:cNvGraphicFramePr>
            <a:graphicFrameLocks noGrp="1"/>
          </p:cNvGraphicFramePr>
          <p:nvPr/>
        </p:nvGraphicFramePr>
        <p:xfrm>
          <a:off x="2951330" y="3185159"/>
          <a:ext cx="2226466" cy="1079436"/>
        </p:xfrm>
        <a:graphic>
          <a:graphicData uri="http://schemas.openxmlformats.org/drawingml/2006/table">
            <a:tbl>
              <a:tblPr firstRow="1" bandRow="1"/>
              <a:tblGrid>
                <a:gridCol w="1320784">
                  <a:extLst>
                    <a:ext uri="{9D8B030D-6E8A-4147-A177-3AD203B41FA5}">
                      <a16:colId xmlns:a16="http://schemas.microsoft.com/office/drawing/2014/main" val="3200904527"/>
                    </a:ext>
                  </a:extLst>
                </a:gridCol>
                <a:gridCol w="452841">
                  <a:extLst>
                    <a:ext uri="{9D8B030D-6E8A-4147-A177-3AD203B41FA5}">
                      <a16:colId xmlns:a16="http://schemas.microsoft.com/office/drawing/2014/main" val="1445573570"/>
                    </a:ext>
                  </a:extLst>
                </a:gridCol>
                <a:gridCol w="452841">
                  <a:extLst>
                    <a:ext uri="{9D8B030D-6E8A-4147-A177-3AD203B41FA5}">
                      <a16:colId xmlns:a16="http://schemas.microsoft.com/office/drawing/2014/main" val="981610959"/>
                    </a:ext>
                  </a:extLst>
                </a:gridCol>
              </a:tblGrid>
              <a:tr h="359812">
                <a:tc>
                  <a:txBody>
                    <a:bodyPr/>
                    <a:lstStyle>
                      <a:lvl1pPr marL="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1pPr>
                      <a:lvl2pPr marL="544116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2pPr>
                      <a:lvl3pPr marL="108823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3pPr>
                      <a:lvl4pPr marL="163234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4pPr>
                      <a:lvl5pPr marL="2176463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5pPr>
                      <a:lvl6pPr marL="272058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6pPr>
                      <a:lvl7pPr marL="3264695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7pPr>
                      <a:lvl8pPr marL="380881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8pPr>
                      <a:lvl9pPr marL="435292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9pPr>
                    </a:lstStyle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Reduce manufacturing cost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149129"/>
                  </a:ext>
                </a:extLst>
              </a:tr>
              <a:tr h="359812">
                <a:tc>
                  <a:txBody>
                    <a:bodyPr/>
                    <a:lstStyle/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Reduce un-planned downtime or outages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408882"/>
                  </a:ext>
                </a:extLst>
              </a:tr>
              <a:tr h="359812">
                <a:tc>
                  <a:txBody>
                    <a:bodyPr/>
                    <a:lstStyle/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Reduce rework cost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744890"/>
                  </a:ext>
                </a:extLst>
              </a:tr>
            </a:tbl>
          </a:graphicData>
        </a:graphic>
      </p:graphicFrame>
      <p:sp>
        <p:nvSpPr>
          <p:cNvPr id="18" name="Lob_Name_1">
            <a:extLst>
              <a:ext uri="{FF2B5EF4-FFF2-40B4-BE49-F238E27FC236}">
                <a16:creationId xmlns:a16="http://schemas.microsoft.com/office/drawing/2014/main" id="{8E08E90F-655F-5EC1-20ED-582FD45ED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9251" y="2438128"/>
            <a:ext cx="1197976" cy="261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456926" eaLnBrk="0" hangingPunct="0">
              <a:buClr>
                <a:srgbClr val="F0AB00"/>
              </a:buClr>
              <a:buSzPct val="8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</a:rPr>
              <a:t>Warehouse Management</a:t>
            </a:r>
          </a:p>
        </p:txBody>
      </p:sp>
      <p:sp>
        <p:nvSpPr>
          <p:cNvPr id="19" name="ob1">
            <a:extLst>
              <a:ext uri="{FF2B5EF4-FFF2-40B4-BE49-F238E27FC236}">
                <a16:creationId xmlns:a16="http://schemas.microsoft.com/office/drawing/2014/main" id="{4AF5E231-E15A-2EDD-F074-DEBA62C36FB9}"/>
              </a:ext>
            </a:extLst>
          </p:cNvPr>
          <p:cNvSpPr/>
          <p:nvPr/>
        </p:nvSpPr>
        <p:spPr bwMode="gray">
          <a:xfrm>
            <a:off x="5361456" y="2789407"/>
            <a:ext cx="971494" cy="287850"/>
          </a:xfrm>
          <a:prstGeom prst="round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4126" fontAlgn="base">
              <a:spcAft>
                <a:spcPct val="0"/>
              </a:spcAft>
              <a:buClr>
                <a:srgbClr val="0085D3"/>
              </a:buClr>
              <a:buSzPct val="20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xx M</a:t>
            </a:r>
          </a:p>
        </p:txBody>
      </p:sp>
      <p:sp>
        <p:nvSpPr>
          <p:cNvPr id="20" name="rb1">
            <a:extLst>
              <a:ext uri="{FF2B5EF4-FFF2-40B4-BE49-F238E27FC236}">
                <a16:creationId xmlns:a16="http://schemas.microsoft.com/office/drawing/2014/main" id="{B7C8775B-4DD6-7AE7-8A2E-4006BEB8DFBA}"/>
              </a:ext>
            </a:extLst>
          </p:cNvPr>
          <p:cNvSpPr/>
          <p:nvPr/>
        </p:nvSpPr>
        <p:spPr bwMode="gray">
          <a:xfrm>
            <a:off x="6381135" y="2789407"/>
            <a:ext cx="971494" cy="287850"/>
          </a:xfrm>
          <a:prstGeom prst="roundRect">
            <a:avLst/>
          </a:prstGeom>
          <a:solidFill>
            <a:srgbClr val="E2D8FF"/>
          </a:solidFill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4126" fontAlgn="base">
              <a:spcAft>
                <a:spcPct val="0"/>
              </a:spcAft>
              <a:buClr>
                <a:srgbClr val="0085D3"/>
              </a:buClr>
              <a:buSzPct val="20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xx M</a:t>
            </a:r>
          </a:p>
        </p:txBody>
      </p:sp>
      <p:graphicFrame>
        <p:nvGraphicFramePr>
          <p:cNvPr id="21" name="tbl_lob2">
            <a:extLst>
              <a:ext uri="{FF2B5EF4-FFF2-40B4-BE49-F238E27FC236}">
                <a16:creationId xmlns:a16="http://schemas.microsoft.com/office/drawing/2014/main" id="{D522E2D7-0409-C63E-111B-552FD1D1065D}"/>
              </a:ext>
            </a:extLst>
          </p:cNvPr>
          <p:cNvGraphicFramePr>
            <a:graphicFrameLocks noGrp="1"/>
          </p:cNvGraphicFramePr>
          <p:nvPr/>
        </p:nvGraphicFramePr>
        <p:xfrm>
          <a:off x="5271800" y="3185160"/>
          <a:ext cx="2226466" cy="1439248"/>
        </p:xfrm>
        <a:graphic>
          <a:graphicData uri="http://schemas.openxmlformats.org/drawingml/2006/table">
            <a:tbl>
              <a:tblPr firstRow="1" bandRow="1"/>
              <a:tblGrid>
                <a:gridCol w="1320784">
                  <a:extLst>
                    <a:ext uri="{9D8B030D-6E8A-4147-A177-3AD203B41FA5}">
                      <a16:colId xmlns:a16="http://schemas.microsoft.com/office/drawing/2014/main" val="3200904527"/>
                    </a:ext>
                  </a:extLst>
                </a:gridCol>
                <a:gridCol w="452841">
                  <a:extLst>
                    <a:ext uri="{9D8B030D-6E8A-4147-A177-3AD203B41FA5}">
                      <a16:colId xmlns:a16="http://schemas.microsoft.com/office/drawing/2014/main" val="1445573570"/>
                    </a:ext>
                  </a:extLst>
                </a:gridCol>
                <a:gridCol w="452841">
                  <a:extLst>
                    <a:ext uri="{9D8B030D-6E8A-4147-A177-3AD203B41FA5}">
                      <a16:colId xmlns:a16="http://schemas.microsoft.com/office/drawing/2014/main" val="981610959"/>
                    </a:ext>
                  </a:extLst>
                </a:gridCol>
              </a:tblGrid>
              <a:tr h="359812">
                <a:tc>
                  <a:txBody>
                    <a:bodyPr/>
                    <a:lstStyle/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Reduce days in inventory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149129"/>
                  </a:ext>
                </a:extLst>
              </a:tr>
              <a:tr h="359812">
                <a:tc>
                  <a:txBody>
                    <a:bodyPr/>
                    <a:lstStyle/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Reduce inventory carrying cost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408882"/>
                  </a:ext>
                </a:extLst>
              </a:tr>
              <a:tr h="359812">
                <a:tc>
                  <a:txBody>
                    <a:bodyPr/>
                    <a:lstStyle/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 noProof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Reduce warehouse management cost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870893"/>
                  </a:ext>
                </a:extLst>
              </a:tr>
              <a:tr h="359812">
                <a:tc gridSpan="3"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Improve inventory visibility and accuracy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744890"/>
                  </a:ext>
                </a:extLst>
              </a:tr>
            </a:tbl>
          </a:graphicData>
        </a:graphic>
      </p:graphicFrame>
      <p:sp>
        <p:nvSpPr>
          <p:cNvPr id="26" name="Lob_Name_1">
            <a:extLst>
              <a:ext uri="{FF2B5EF4-FFF2-40B4-BE49-F238E27FC236}">
                <a16:creationId xmlns:a16="http://schemas.microsoft.com/office/drawing/2014/main" id="{18361486-7B65-5296-A524-58C650A40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135" y="2438128"/>
            <a:ext cx="1991173" cy="2614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456926" eaLnBrk="0" hangingPunct="0">
              <a:buClr>
                <a:srgbClr val="F0AB00"/>
              </a:buClr>
              <a:buSzPct val="8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</a:rPr>
              <a:t>Cross-</a:t>
            </a:r>
            <a:r>
              <a:rPr lang="en-US" sz="1200" b="1" kern="0" err="1">
                <a:solidFill>
                  <a:srgbClr val="000000"/>
                </a:solidFill>
                <a:latin typeface="72 Brand"/>
              </a:rPr>
              <a:t>LoB</a:t>
            </a:r>
            <a:endParaRPr lang="en-US" sz="1200" b="1" kern="0">
              <a:solidFill>
                <a:srgbClr val="000000"/>
              </a:solidFill>
              <a:latin typeface="72 Brand"/>
            </a:endParaRPr>
          </a:p>
          <a:p>
            <a:pPr algn="ctr" defTabSz="456926" eaLnBrk="0" hangingPunct="0">
              <a:buClr>
                <a:srgbClr val="F0AB00"/>
              </a:buClr>
              <a:buSzPct val="80000"/>
              <a:defRPr/>
            </a:pPr>
            <a:r>
              <a:rPr lang="en-US" sz="900" kern="0">
                <a:solidFill>
                  <a:srgbClr val="000000"/>
                </a:solidFill>
                <a:latin typeface="72 Brand"/>
              </a:rPr>
              <a:t>(Analytics, AI, &amp; Integration)</a:t>
            </a:r>
          </a:p>
        </p:txBody>
      </p:sp>
      <p:sp>
        <p:nvSpPr>
          <p:cNvPr id="27" name="ob1">
            <a:extLst>
              <a:ext uri="{FF2B5EF4-FFF2-40B4-BE49-F238E27FC236}">
                <a16:creationId xmlns:a16="http://schemas.microsoft.com/office/drawing/2014/main" id="{9B9EC850-4735-31FB-3F44-9E7378C16451}"/>
              </a:ext>
            </a:extLst>
          </p:cNvPr>
          <p:cNvSpPr/>
          <p:nvPr/>
        </p:nvSpPr>
        <p:spPr bwMode="gray">
          <a:xfrm>
            <a:off x="7723136" y="2789407"/>
            <a:ext cx="971494" cy="287850"/>
          </a:xfrm>
          <a:prstGeom prst="roundRect">
            <a:avLst/>
          </a:prstGeom>
          <a:solidFill>
            <a:srgbClr val="D1EFFF"/>
          </a:solidFill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4126" fontAlgn="base">
              <a:spcAft>
                <a:spcPct val="0"/>
              </a:spcAft>
              <a:buClr>
                <a:srgbClr val="0085D3"/>
              </a:buClr>
              <a:buSzPct val="20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xx M</a:t>
            </a:r>
          </a:p>
        </p:txBody>
      </p:sp>
      <p:sp>
        <p:nvSpPr>
          <p:cNvPr id="28" name="rb1">
            <a:extLst>
              <a:ext uri="{FF2B5EF4-FFF2-40B4-BE49-F238E27FC236}">
                <a16:creationId xmlns:a16="http://schemas.microsoft.com/office/drawing/2014/main" id="{2B6A030F-C4DF-7C22-F1CD-BC6F378B246E}"/>
              </a:ext>
            </a:extLst>
          </p:cNvPr>
          <p:cNvSpPr/>
          <p:nvPr/>
        </p:nvSpPr>
        <p:spPr bwMode="gray">
          <a:xfrm>
            <a:off x="8742815" y="2789407"/>
            <a:ext cx="971494" cy="287850"/>
          </a:xfrm>
          <a:prstGeom prst="roundRect">
            <a:avLst/>
          </a:prstGeom>
          <a:solidFill>
            <a:srgbClr val="E2D8FF"/>
          </a:solidFill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ctr"/>
          <a:lstStyle/>
          <a:p>
            <a:pPr algn="ctr" defTabSz="914126" fontAlgn="base">
              <a:spcAft>
                <a:spcPct val="0"/>
              </a:spcAft>
              <a:buClr>
                <a:srgbClr val="0085D3"/>
              </a:buClr>
              <a:buSzPct val="200000"/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xx M</a:t>
            </a:r>
          </a:p>
        </p:txBody>
      </p:sp>
      <p:graphicFrame>
        <p:nvGraphicFramePr>
          <p:cNvPr id="29" name="tbl_lob2">
            <a:extLst>
              <a:ext uri="{FF2B5EF4-FFF2-40B4-BE49-F238E27FC236}">
                <a16:creationId xmlns:a16="http://schemas.microsoft.com/office/drawing/2014/main" id="{6DA0ADBD-2C45-3532-5186-AEAD64201BF2}"/>
              </a:ext>
            </a:extLst>
          </p:cNvPr>
          <p:cNvGraphicFramePr>
            <a:graphicFrameLocks noGrp="1"/>
          </p:cNvGraphicFramePr>
          <p:nvPr/>
        </p:nvGraphicFramePr>
        <p:xfrm>
          <a:off x="7633480" y="3185160"/>
          <a:ext cx="2226466" cy="2548232"/>
        </p:xfrm>
        <a:graphic>
          <a:graphicData uri="http://schemas.openxmlformats.org/drawingml/2006/table">
            <a:tbl>
              <a:tblPr firstRow="1" bandRow="1"/>
              <a:tblGrid>
                <a:gridCol w="1320784">
                  <a:extLst>
                    <a:ext uri="{9D8B030D-6E8A-4147-A177-3AD203B41FA5}">
                      <a16:colId xmlns:a16="http://schemas.microsoft.com/office/drawing/2014/main" val="3200904527"/>
                    </a:ext>
                  </a:extLst>
                </a:gridCol>
                <a:gridCol w="452841">
                  <a:extLst>
                    <a:ext uri="{9D8B030D-6E8A-4147-A177-3AD203B41FA5}">
                      <a16:colId xmlns:a16="http://schemas.microsoft.com/office/drawing/2014/main" val="1445573570"/>
                    </a:ext>
                  </a:extLst>
                </a:gridCol>
                <a:gridCol w="452841">
                  <a:extLst>
                    <a:ext uri="{9D8B030D-6E8A-4147-A177-3AD203B41FA5}">
                      <a16:colId xmlns:a16="http://schemas.microsoft.com/office/drawing/2014/main" val="981610959"/>
                    </a:ext>
                  </a:extLst>
                </a:gridCol>
              </a:tblGrid>
              <a:tr h="457057">
                <a:tc>
                  <a:txBody>
                    <a:bodyPr/>
                    <a:lstStyle>
                      <a:lvl1pPr marL="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1pPr>
                      <a:lvl2pPr marL="544116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2pPr>
                      <a:lvl3pPr marL="108823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3pPr>
                      <a:lvl4pPr marL="163234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4pPr>
                      <a:lvl5pPr marL="2176463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5pPr>
                      <a:lvl6pPr marL="272058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6pPr>
                      <a:lvl7pPr marL="3264695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7pPr>
                      <a:lvl8pPr marL="380881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8pPr>
                      <a:lvl9pPr marL="435292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9pPr>
                    </a:lstStyle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Reduce time spent on navigational and transactional request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149129"/>
                  </a:ext>
                </a:extLst>
              </a:tr>
              <a:tr h="457057">
                <a:tc>
                  <a:txBody>
                    <a:bodyPr/>
                    <a:lstStyle/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Reduce time spent on information search request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408882"/>
                  </a:ext>
                </a:extLst>
              </a:tr>
              <a:tr h="359812">
                <a:tc>
                  <a:txBody>
                    <a:bodyPr/>
                    <a:lstStyle>
                      <a:lvl1pPr marL="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1pPr>
                      <a:lvl2pPr marL="544116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2pPr>
                      <a:lvl3pPr marL="108823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3pPr>
                      <a:lvl4pPr marL="163234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4pPr>
                      <a:lvl5pPr marL="2176463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5pPr>
                      <a:lvl6pPr marL="272058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6pPr>
                      <a:lvl7pPr marL="3264695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7pPr>
                      <a:lvl8pPr marL="380881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8pPr>
                      <a:lvl9pPr marL="435292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9pPr>
                    </a:lstStyle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Reduce AI use case development cost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xx%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800" b="1" kern="0" noProof="0">
                          <a:solidFill>
                            <a:schemeClr val="tx1"/>
                          </a:solidFill>
                          <a:latin typeface="+mn-lt"/>
                        </a:rPr>
                        <a:t>xx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744890"/>
                  </a:ext>
                </a:extLst>
              </a:tr>
              <a:tr h="359812">
                <a:tc>
                  <a:txBody>
                    <a:bodyPr/>
                    <a:lstStyle>
                      <a:lvl1pPr marL="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1pPr>
                      <a:lvl2pPr marL="544116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2pPr>
                      <a:lvl3pPr marL="108823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3pPr>
                      <a:lvl4pPr marL="163234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4pPr>
                      <a:lvl5pPr marL="2176463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5pPr>
                      <a:lvl6pPr marL="272058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6pPr>
                      <a:lvl7pPr marL="3264695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7pPr>
                      <a:lvl8pPr marL="380881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8pPr>
                      <a:lvl9pPr marL="435292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9pPr>
                    </a:lstStyle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Improve analytics FTE productivity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0">
                        <a:solidFill>
                          <a:srgbClr val="000000"/>
                        </a:solidFill>
                        <a:latin typeface="+mn-lt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800" b="1" kern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573952"/>
                  </a:ext>
                </a:extLst>
              </a:tr>
              <a:tr h="457057">
                <a:tc>
                  <a:txBody>
                    <a:bodyPr/>
                    <a:lstStyle>
                      <a:lvl1pPr marL="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1pPr>
                      <a:lvl2pPr marL="544116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2pPr>
                      <a:lvl3pPr marL="108823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3pPr>
                      <a:lvl4pPr marL="163234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4pPr>
                      <a:lvl5pPr marL="2176463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5pPr>
                      <a:lvl6pPr marL="2720580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6pPr>
                      <a:lvl7pPr marL="3264695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7pPr>
                      <a:lvl8pPr marL="3808811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8pPr>
                      <a:lvl9pPr marL="4352927" algn="l" defTabSz="1088231" rtl="0" eaLnBrk="1" latinLnBrk="0" hangingPunct="1">
                        <a:defRPr sz="2099" kern="1200">
                          <a:solidFill>
                            <a:schemeClr val="tx1"/>
                          </a:solidFill>
                          <a:latin typeface="72 Brand"/>
                        </a:defRPr>
                      </a:lvl9pPr>
                    </a:lstStyle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Improve application development FTE productivity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0">
                        <a:solidFill>
                          <a:srgbClr val="000000"/>
                        </a:solidFill>
                        <a:latin typeface="+mn-lt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800" b="1" kern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223236"/>
                  </a:ext>
                </a:extLst>
              </a:tr>
              <a:tr h="457057">
                <a:tc>
                  <a:txBody>
                    <a:bodyPr/>
                    <a:lstStyle/>
                    <a:p>
                      <a:pPr marL="0" marR="0" lvl="0" indent="0" algn="l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72" panose="020B0503030000000003" pitchFamily="34" charset="0"/>
                        </a:rPr>
                        <a:t>Reduce data management &amp; integration cost</a:t>
                      </a:r>
                    </a:p>
                  </a:txBody>
                  <a:tcPr marL="91392" marR="91392" marT="45696" marB="4569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i="0" kern="0">
                        <a:solidFill>
                          <a:srgbClr val="000000"/>
                        </a:solidFill>
                        <a:latin typeface="+mn-lt"/>
                        <a:ea typeface="+mn-ea"/>
                        <a:cs typeface="72" panose="020B0503030000000003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882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800" b="1" kern="0" noProof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1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687258"/>
                  </a:ext>
                </a:extLst>
              </a:tr>
            </a:tbl>
          </a:graphicData>
        </a:graphic>
      </p:graphicFrame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DC7FC6A2-7976-1C7E-5F0E-6B55E1B6B7EB}"/>
              </a:ext>
            </a:extLst>
          </p:cNvPr>
          <p:cNvSpPr/>
          <p:nvPr/>
        </p:nvSpPr>
        <p:spPr bwMode="gray">
          <a:xfrm>
            <a:off x="10410826" y="92341"/>
            <a:ext cx="181405" cy="202570"/>
          </a:xfrm>
          <a:prstGeom prst="roundRect">
            <a:avLst/>
          </a:prstGeom>
          <a:solidFill>
            <a:srgbClr val="E2D8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19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FFFFFF"/>
                </a:solidFill>
                <a:latin typeface="72 Brand" panose="020B0504030603020204" pitchFamily="34" charset="0"/>
                <a:cs typeface="72" panose="020B0503030000000003" pitchFamily="34" charset="0"/>
              </a:rPr>
              <a:t>1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5A642A3A-1472-4FE5-4DCE-DBB4FCA84E49}"/>
              </a:ext>
            </a:extLst>
          </p:cNvPr>
          <p:cNvSpPr/>
          <p:nvPr/>
        </p:nvSpPr>
        <p:spPr bwMode="gray">
          <a:xfrm>
            <a:off x="10625083" y="92341"/>
            <a:ext cx="565468" cy="202570"/>
          </a:xfrm>
          <a:prstGeom prst="roundRect">
            <a:avLst/>
          </a:prstGeom>
          <a:solidFill>
            <a:srgbClr val="7858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19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FFFFFF"/>
                </a:solidFill>
                <a:latin typeface="72 Brand Medium" panose="020B0604030603020204" pitchFamily="34" charset="0"/>
                <a:cs typeface="72" panose="020B0503030000000003" pitchFamily="34" charset="0"/>
              </a:rPr>
              <a:t>2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8612FB76-0F63-4E7F-ED15-29FEE736117A}"/>
              </a:ext>
            </a:extLst>
          </p:cNvPr>
          <p:cNvSpPr/>
          <p:nvPr/>
        </p:nvSpPr>
        <p:spPr bwMode="gray">
          <a:xfrm>
            <a:off x="11223402" y="92341"/>
            <a:ext cx="181405" cy="202570"/>
          </a:xfrm>
          <a:prstGeom prst="roundRect">
            <a:avLst/>
          </a:prstGeom>
          <a:solidFill>
            <a:srgbClr val="E2D8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19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FFFFFF"/>
                </a:solidFill>
                <a:latin typeface="72 Brand" panose="020B0504030603020204" pitchFamily="34" charset="0"/>
                <a:cs typeface="72" panose="020B0503030000000003" pitchFamily="34" charset="0"/>
              </a:rPr>
              <a:t>3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1809046C-D30B-2A91-1986-C4B3126B430A}"/>
              </a:ext>
            </a:extLst>
          </p:cNvPr>
          <p:cNvSpPr/>
          <p:nvPr/>
        </p:nvSpPr>
        <p:spPr bwMode="gray">
          <a:xfrm>
            <a:off x="11437658" y="92341"/>
            <a:ext cx="181405" cy="202570"/>
          </a:xfrm>
          <a:prstGeom prst="roundRect">
            <a:avLst/>
          </a:prstGeom>
          <a:solidFill>
            <a:srgbClr val="E2D8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19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FFFFFF"/>
                </a:solidFill>
                <a:latin typeface="72 Brand" panose="020B0504030603020204" pitchFamily="34" charset="0"/>
                <a:cs typeface="72" panose="020B0503030000000003" pitchFamily="34" charset="0"/>
              </a:rPr>
              <a:t>4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60EB9C5-ECB1-32E8-B6A1-7B1C29540E4C}"/>
              </a:ext>
            </a:extLst>
          </p:cNvPr>
          <p:cNvSpPr txBox="1">
            <a:spLocks/>
          </p:cNvSpPr>
          <p:nvPr/>
        </p:nvSpPr>
        <p:spPr bwMode="black">
          <a:xfrm>
            <a:off x="1454889" y="510750"/>
            <a:ext cx="9282224" cy="3384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087253">
              <a:defRPr/>
            </a:pPr>
            <a:r>
              <a:rPr lang="en-US" sz="2199" b="0">
                <a:gradFill>
                  <a:gsLst>
                    <a:gs pos="0">
                      <a:srgbClr val="002A86"/>
                    </a:gs>
                    <a:gs pos="100000">
                      <a:srgbClr val="002A86"/>
                    </a:gs>
                  </a:gsLst>
                  <a:lin ang="2700000" scaled="1"/>
                </a:gradFill>
                <a:latin typeface="72 Brand Medium" panose="020B0604030603020204" pitchFamily="34" charset="0"/>
              </a:rPr>
              <a:t>Outside-In Value Summary</a:t>
            </a:r>
            <a:endParaRPr lang="en-US" sz="2199" b="0">
              <a:solidFill>
                <a:srgbClr val="7858FF"/>
              </a:solidFill>
              <a:latin typeface="72 Brand Medium" panose="020B0604030603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404F8A-A840-B3CD-BCF1-F4AFBBFF4F19}"/>
              </a:ext>
            </a:extLst>
          </p:cNvPr>
          <p:cNvSpPr txBox="1"/>
          <p:nvPr/>
        </p:nvSpPr>
        <p:spPr>
          <a:xfrm>
            <a:off x="8056781" y="78239"/>
            <a:ext cx="2330606" cy="230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3191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900" kern="0">
                <a:solidFill>
                  <a:srgbClr val="7858FF"/>
                </a:solidFill>
                <a:latin typeface="72 Brand Medium"/>
              </a:rPr>
              <a:t>Grow Your Business</a:t>
            </a:r>
          </a:p>
        </p:txBody>
      </p:sp>
    </p:spTree>
    <p:extLst>
      <p:ext uri="{BB962C8B-B14F-4D97-AF65-F5344CB8AC3E}">
        <p14:creationId xmlns:p14="http://schemas.microsoft.com/office/powerpoint/2010/main" val="278140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82" grpId="0" animBg="1"/>
      <p:bldP spid="83" grpId="0" animBg="1"/>
      <p:bldP spid="99" grpId="0" animBg="1"/>
      <p:bldP spid="100" grpId="0" animBg="1"/>
      <p:bldP spid="101" grpId="0" animBg="1"/>
      <p:bldP spid="102" grpId="0"/>
      <p:bldP spid="10" grpId="0"/>
      <p:bldP spid="11" grpId="0" animBg="1"/>
      <p:bldP spid="12" grpId="0" animBg="1"/>
      <p:bldP spid="14" grpId="0"/>
      <p:bldP spid="15" grpId="0" animBg="1"/>
      <p:bldP spid="16" grpId="0" animBg="1"/>
      <p:bldP spid="18" grpId="0"/>
      <p:bldP spid="19" grpId="0" animBg="1"/>
      <p:bldP spid="20" grpId="0" animBg="1"/>
      <p:bldP spid="26" grpId="0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6F1A0-BAF4-5967-D527-5711464B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89FD84CC-FD49-62BF-A963-9E4113B548A6}"/>
              </a:ext>
            </a:extLst>
          </p:cNvPr>
          <p:cNvSpPr/>
          <p:nvPr/>
        </p:nvSpPr>
        <p:spPr bwMode="gray">
          <a:xfrm rot="16200000" flipH="1">
            <a:off x="2620696" y="-1186013"/>
            <a:ext cx="5342224" cy="9736282"/>
          </a:xfrm>
          <a:prstGeom prst="round2SameRect">
            <a:avLst>
              <a:gd name="adj1" fmla="val 2766"/>
              <a:gd name="adj2" fmla="val 0"/>
            </a:avLst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>
            <a:outerShdw blurRad="38100" algn="ctr" rotWithShape="0">
              <a:prstClr val="black">
                <a:alpha val="30000"/>
              </a:prstClr>
            </a:outerShdw>
          </a:effectLst>
        </p:spPr>
        <p:txBody>
          <a:bodyPr lIns="89977" tIns="71981" rIns="89977" bIns="71981" rtlCol="0" anchor="ctr"/>
          <a:lstStyle/>
          <a:p>
            <a:pPr algn="ctr" defTabSz="914126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SG" sz="1799" kern="0">
              <a:solidFill>
                <a:srgbClr val="000000"/>
              </a:solidFill>
              <a:latin typeface="72 Brand"/>
              <a:ea typeface="Arial Unicode MS" pitchFamily="34" charset="-128"/>
            </a:endParaRPr>
          </a:p>
        </p:txBody>
      </p:sp>
      <p:sp>
        <p:nvSpPr>
          <p:cNvPr id="17" name="Rectangle: Top Corners Rounded 16">
            <a:extLst>
              <a:ext uri="{FF2B5EF4-FFF2-40B4-BE49-F238E27FC236}">
                <a16:creationId xmlns:a16="http://schemas.microsoft.com/office/drawing/2014/main" id="{FE6538BE-858E-320D-2DF6-9257828FCD86}"/>
              </a:ext>
            </a:extLst>
          </p:cNvPr>
          <p:cNvSpPr>
            <a:spLocks/>
          </p:cNvSpPr>
          <p:nvPr/>
        </p:nvSpPr>
        <p:spPr bwMode="gray">
          <a:xfrm rot="5400000">
            <a:off x="8086015" y="2604874"/>
            <a:ext cx="5342224" cy="2149415"/>
          </a:xfrm>
          <a:prstGeom prst="round2SameRect">
            <a:avLst>
              <a:gd name="adj1" fmla="val 7591"/>
              <a:gd name="adj2" fmla="val 0"/>
            </a:avLst>
          </a:prstGeom>
          <a:solidFill>
            <a:srgbClr val="00144A"/>
          </a:solidFill>
          <a:ln w="25400" algn="ctr">
            <a:noFill/>
            <a:miter lim="800000"/>
            <a:headEnd/>
            <a:tailEnd/>
          </a:ln>
          <a:effectLst>
            <a:outerShdw blurRad="38100" algn="ctr" rotWithShape="0">
              <a:prstClr val="black">
                <a:alpha val="30000"/>
              </a:prstClr>
            </a:outerShdw>
          </a:effectLst>
        </p:spPr>
        <p:txBody>
          <a:bodyPr lIns="89977" tIns="71981" rIns="89977" bIns="71981" rtlCol="0" anchor="ctr"/>
          <a:lstStyle/>
          <a:p>
            <a:pPr algn="ctr" defTabSz="914126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SG" sz="1799" kern="0">
              <a:solidFill>
                <a:srgbClr val="000000"/>
              </a:solidFill>
              <a:latin typeface="72 Brand"/>
              <a:ea typeface="Arial Unicode MS" pitchFamily="34" charset="-128"/>
            </a:endParaRP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4EAF03D7-746C-1850-C437-E8D6BDF8818C}"/>
              </a:ext>
            </a:extLst>
          </p:cNvPr>
          <p:cNvGraphicFramePr/>
          <p:nvPr/>
        </p:nvGraphicFramePr>
        <p:xfrm>
          <a:off x="654457" y="1143596"/>
          <a:ext cx="7296153" cy="4941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A280D0AE-8161-15DA-F02E-B74B0B11029F}"/>
              </a:ext>
            </a:extLst>
          </p:cNvPr>
          <p:cNvSpPr txBox="1"/>
          <p:nvPr/>
        </p:nvSpPr>
        <p:spPr>
          <a:xfrm>
            <a:off x="3066810" y="5479953"/>
            <a:ext cx="1733421" cy="1692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1100" b="1" kern="0">
                <a:solidFill>
                  <a:srgbClr val="5D36FF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Breakeven at xx years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084BB8F-A647-752E-FDCF-988A8D30776D}"/>
              </a:ext>
            </a:extLst>
          </p:cNvPr>
          <p:cNvCxnSpPr>
            <a:cxnSpLocks/>
          </p:cNvCxnSpPr>
          <p:nvPr/>
        </p:nvCxnSpPr>
        <p:spPr>
          <a:xfrm>
            <a:off x="3242820" y="2237183"/>
            <a:ext cx="0" cy="3175457"/>
          </a:xfrm>
          <a:prstGeom prst="line">
            <a:avLst/>
          </a:prstGeom>
          <a:noFill/>
          <a:ln w="28575" cap="flat" cmpd="sng" algn="ctr">
            <a:solidFill>
              <a:srgbClr val="5D36FF"/>
            </a:solidFill>
            <a:prstDash val="sysDash"/>
            <a:headEnd type="none" w="med" len="med"/>
            <a:tailEnd type="none" w="med" len="med"/>
          </a:ln>
          <a:effectLst/>
        </p:spPr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36508C-B916-5110-7249-BA1908AB5447}"/>
              </a:ext>
            </a:extLst>
          </p:cNvPr>
          <p:cNvSpPr/>
          <p:nvPr/>
        </p:nvSpPr>
        <p:spPr>
          <a:xfrm>
            <a:off x="8115522" y="1524178"/>
            <a:ext cx="1281624" cy="1307935"/>
          </a:xfrm>
          <a:prstGeom prst="roundRect">
            <a:avLst/>
          </a:prstGeom>
          <a:solidFill>
            <a:srgbClr val="FFFFFF"/>
          </a:solidFill>
          <a:ln w="28575" cap="flat" cmpd="sng" algn="ctr">
            <a:solidFill>
              <a:srgbClr val="0070F2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1087796">
              <a:defRPr/>
            </a:pPr>
            <a:r>
              <a:rPr lang="en-US" sz="1600" b="1" kern="0">
                <a:solidFill>
                  <a:srgbClr val="0070F2"/>
                </a:solidFill>
                <a:latin typeface="72 Brand"/>
              </a:rPr>
              <a:t>xx M</a:t>
            </a:r>
            <a:endParaRPr lang="en-US" sz="1600" kern="0">
              <a:solidFill>
                <a:srgbClr val="0070F2"/>
              </a:solidFill>
              <a:latin typeface="72 Brand"/>
            </a:endParaRPr>
          </a:p>
          <a:p>
            <a:pPr algn="ctr" defTabSz="1087796"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</a:rPr>
              <a:t>5-year NPV</a:t>
            </a:r>
            <a:endParaRPr lang="en-SG" sz="1200" b="1" kern="0">
              <a:solidFill>
                <a:srgbClr val="000000"/>
              </a:solidFill>
              <a:latin typeface="72 Brand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CA2E2E5-302C-AF1C-35FB-1B74D2EA7837}"/>
              </a:ext>
            </a:extLst>
          </p:cNvPr>
          <p:cNvSpPr/>
          <p:nvPr/>
        </p:nvSpPr>
        <p:spPr>
          <a:xfrm>
            <a:off x="8083992" y="4407729"/>
            <a:ext cx="1281624" cy="1307935"/>
          </a:xfrm>
          <a:prstGeom prst="roundRect">
            <a:avLst/>
          </a:prstGeom>
          <a:solidFill>
            <a:srgbClr val="FFFFFF"/>
          </a:solidFill>
          <a:ln w="28575" cap="flat" cmpd="sng" algn="ctr">
            <a:solidFill>
              <a:srgbClr val="0070F2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1087796">
              <a:defRPr/>
            </a:pPr>
            <a:r>
              <a:rPr lang="en-US" sz="1600" b="1" kern="0">
                <a:solidFill>
                  <a:srgbClr val="0070F2"/>
                </a:solidFill>
                <a:latin typeface="72 Brand"/>
              </a:rPr>
              <a:t>xx%</a:t>
            </a:r>
          </a:p>
          <a:p>
            <a:pPr algn="ctr" defTabSz="1087796"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</a:rPr>
              <a:t>5-year ROI</a:t>
            </a:r>
            <a:endParaRPr lang="en-SG" sz="1600" b="1" kern="0">
              <a:solidFill>
                <a:srgbClr val="000000"/>
              </a:solidFill>
              <a:latin typeface="72 Brand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EAD0C4D-1FB6-D111-3D00-73DD8D04EB4E}"/>
              </a:ext>
            </a:extLst>
          </p:cNvPr>
          <p:cNvSpPr/>
          <p:nvPr/>
        </p:nvSpPr>
        <p:spPr>
          <a:xfrm>
            <a:off x="8115522" y="2948770"/>
            <a:ext cx="1281624" cy="1307935"/>
          </a:xfrm>
          <a:prstGeom prst="roundRect">
            <a:avLst/>
          </a:prstGeom>
          <a:solidFill>
            <a:srgbClr val="FFFFFF"/>
          </a:solidFill>
          <a:ln w="28575" cap="flat" cmpd="sng" algn="ctr">
            <a:solidFill>
              <a:srgbClr val="0070F2"/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1087796">
              <a:defRPr/>
            </a:pPr>
            <a:r>
              <a:rPr lang="en-US" sz="1600" b="1" kern="0">
                <a:solidFill>
                  <a:srgbClr val="0070F2"/>
                </a:solidFill>
                <a:latin typeface="72 Brand"/>
              </a:rPr>
              <a:t>xx Years</a:t>
            </a:r>
          </a:p>
          <a:p>
            <a:pPr algn="ctr" defTabSz="1087796">
              <a:defRPr/>
            </a:pPr>
            <a:r>
              <a:rPr lang="en-US" sz="1200" b="1" kern="0">
                <a:solidFill>
                  <a:srgbClr val="000000"/>
                </a:solidFill>
                <a:latin typeface="72 Brand"/>
              </a:rPr>
              <a:t>Payback Period</a:t>
            </a:r>
            <a:endParaRPr lang="en-SG" sz="1400" b="1" kern="0">
              <a:solidFill>
                <a:srgbClr val="000000"/>
              </a:solidFill>
              <a:latin typeface="72 Brand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62FF8F-E0A1-31DE-D552-051FB86DCBAB}"/>
              </a:ext>
            </a:extLst>
          </p:cNvPr>
          <p:cNvSpPr/>
          <p:nvPr/>
        </p:nvSpPr>
        <p:spPr bwMode="gray">
          <a:xfrm>
            <a:off x="9815803" y="2096975"/>
            <a:ext cx="1906894" cy="3220349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89954" tIns="71962" rIns="89954" bIns="71962" rtlCol="0" anchor="t"/>
          <a:lstStyle/>
          <a:p>
            <a:pPr defTabSz="1088122" fontAlgn="base"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800" b="1" kern="0">
                <a:solidFill>
                  <a:srgbClr val="FFFFFF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Assumptions for Benefits:</a:t>
            </a:r>
          </a:p>
          <a:p>
            <a:pPr marL="171399" indent="-171399" defTabSz="1088122" fontAlgn="base">
              <a:spcAft>
                <a:spcPct val="0"/>
              </a:spcAft>
              <a:buClr>
                <a:srgbClr val="0070F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</a:rPr>
              <a:t>Benefits are estimated based on an outside-in, conservative estimate.</a:t>
            </a:r>
          </a:p>
          <a:p>
            <a:pPr marL="171399" indent="-171399" defTabSz="1088122" fontAlgn="base">
              <a:spcAft>
                <a:spcPct val="0"/>
              </a:spcAft>
              <a:buClr>
                <a:srgbClr val="0070F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</a:rPr>
              <a:t>Annual amounts shown in nominal value (without the impact of inflation).</a:t>
            </a:r>
          </a:p>
          <a:p>
            <a:pPr marL="171399" indent="-171399" defTabSz="1088122" fontAlgn="base">
              <a:spcAft>
                <a:spcPct val="0"/>
              </a:spcAft>
              <a:buClr>
                <a:srgbClr val="0070F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</a:rPr>
              <a:t>Annual benefits realization at 5% in Y1, 70% in Y2, and 100% from Y3 onwards. </a:t>
            </a:r>
          </a:p>
          <a:p>
            <a:pPr marL="171399" indent="-171399" defTabSz="1088122" fontAlgn="base">
              <a:spcAft>
                <a:spcPct val="0"/>
              </a:spcAft>
              <a:buClr>
                <a:srgbClr val="0070F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</a:rPr>
              <a:t>One time benefit realization at 5% in Y1, 70% in Y2, and 25% in Y3. </a:t>
            </a:r>
          </a:p>
          <a:p>
            <a:pPr defTabSz="1088122" fontAlgn="base"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US" sz="800" b="1" kern="0">
              <a:solidFill>
                <a:srgbClr val="FFFFFF"/>
              </a:solidFill>
              <a:latin typeface="72 Brand"/>
              <a:ea typeface="Arial Unicode MS" pitchFamily="34" charset="-128"/>
              <a:cs typeface="Arial Unicode MS" pitchFamily="34" charset="-128"/>
            </a:endParaRPr>
          </a:p>
          <a:p>
            <a:pPr defTabSz="1088122" fontAlgn="base"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800" b="1" kern="0">
                <a:solidFill>
                  <a:srgbClr val="FFFFFF"/>
                </a:solidFill>
                <a:latin typeface="72 Brand"/>
                <a:ea typeface="Arial Unicode MS" pitchFamily="34" charset="-128"/>
                <a:cs typeface="Arial Unicode MS" pitchFamily="34" charset="-128"/>
              </a:rPr>
              <a:t>Assumptions for Costs:</a:t>
            </a:r>
          </a:p>
          <a:p>
            <a:pPr marL="171399" indent="-171399" defTabSz="1088122" fontAlgn="base">
              <a:spcAft>
                <a:spcPct val="0"/>
              </a:spcAft>
              <a:buClr>
                <a:srgbClr val="0070F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</a:rPr>
              <a:t>All costs are illustrative only.</a:t>
            </a:r>
          </a:p>
          <a:p>
            <a:pPr marL="171399" indent="-171399" defTabSz="1088122" fontAlgn="base">
              <a:spcAft>
                <a:spcPct val="0"/>
              </a:spcAft>
              <a:buClr>
                <a:srgbClr val="0070F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</a:rPr>
              <a:t>Discount rate of 14% for NPV calculation.</a:t>
            </a:r>
          </a:p>
          <a:p>
            <a:pPr marL="171399" indent="-171399" defTabSz="1088122" fontAlgn="base">
              <a:spcAft>
                <a:spcPct val="0"/>
              </a:spcAft>
              <a:buClr>
                <a:srgbClr val="0070F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</a:rPr>
              <a:t>Subscription costs are as per TCO comparison.</a:t>
            </a:r>
          </a:p>
          <a:p>
            <a:pPr marL="171399" indent="-171399" defTabSz="1088122" fontAlgn="base">
              <a:spcAft>
                <a:spcPct val="0"/>
              </a:spcAft>
              <a:buClr>
                <a:srgbClr val="0070F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</a:rPr>
              <a:t>Additional costs for AI Units may be required based on usage.</a:t>
            </a:r>
          </a:p>
          <a:p>
            <a:pPr marL="171399" indent="-171399" defTabSz="1088122" fontAlgn="base">
              <a:spcAft>
                <a:spcPct val="0"/>
              </a:spcAft>
              <a:buClr>
                <a:srgbClr val="0070F2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lang="en-US" sz="800" kern="0">
                <a:solidFill>
                  <a:srgbClr val="FFFFFF"/>
                </a:solidFill>
                <a:latin typeface="72 Brand"/>
                <a:ea typeface="Arial Unicode MS" pitchFamily="34" charset="-128"/>
              </a:rPr>
              <a:t>All costs are high level estimates. All figures and detailed cash flow are subject to change.</a:t>
            </a:r>
          </a:p>
          <a:p>
            <a:pPr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US" sz="800" kern="0">
              <a:solidFill>
                <a:srgbClr val="FFFFFF"/>
              </a:solidFill>
              <a:latin typeface="72 Brand"/>
              <a:cs typeface="72" panose="020B0503030000000003" pitchFamily="34" charset="0"/>
            </a:endParaRPr>
          </a:p>
          <a:p>
            <a:pPr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800" kern="0">
                <a:solidFill>
                  <a:srgbClr val="FFFFFF"/>
                </a:solidFill>
                <a:latin typeface="72 Brand"/>
                <a:cs typeface="72" panose="020B0503030000000003" pitchFamily="34" charset="0"/>
              </a:rPr>
              <a:t>*The project economics presented on this slide are </a:t>
            </a:r>
            <a:r>
              <a:rPr lang="en-US" sz="800" b="1" i="1" kern="0">
                <a:solidFill>
                  <a:srgbClr val="FFFFFF"/>
                </a:solidFill>
                <a:latin typeface="72 Brand"/>
                <a:cs typeface="72" panose="020B0503030000000003" pitchFamily="34" charset="0"/>
              </a:rPr>
              <a:t>illustrative, high-level estimations only</a:t>
            </a:r>
            <a:r>
              <a:rPr lang="en-US" sz="800" kern="0">
                <a:solidFill>
                  <a:srgbClr val="FFFFFF"/>
                </a:solidFill>
                <a:latin typeface="72 Brand"/>
                <a:cs typeface="72" panose="020B0503030000000003" pitchFamily="34" charset="0"/>
              </a:rPr>
              <a:t>. More discovery and validations are required to refine further calculations for project economics analysis.</a:t>
            </a:r>
          </a:p>
          <a:p>
            <a:pPr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endParaRPr lang="en-US" sz="800" kern="0">
              <a:solidFill>
                <a:srgbClr val="FFFFFF"/>
              </a:solidFill>
              <a:latin typeface="72 Brand"/>
              <a:cs typeface="72" panose="020B0503030000000003" pitchFamily="34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CE0A828-6E9F-E19C-9BAC-4682E00071DF}"/>
              </a:ext>
            </a:extLst>
          </p:cNvPr>
          <p:cNvGrpSpPr/>
          <p:nvPr/>
        </p:nvGrpSpPr>
        <p:grpSpPr>
          <a:xfrm>
            <a:off x="9925348" y="1683242"/>
            <a:ext cx="1139110" cy="331573"/>
            <a:chOff x="10989319" y="5256062"/>
            <a:chExt cx="984212" cy="299258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0F20C9A-6E2B-0850-4751-11C11F0CCACC}"/>
                </a:ext>
              </a:extLst>
            </p:cNvPr>
            <p:cNvSpPr/>
            <p:nvPr/>
          </p:nvSpPr>
          <p:spPr bwMode="auto">
            <a:xfrm>
              <a:off x="10989319" y="5256062"/>
              <a:ext cx="129600" cy="129600"/>
            </a:xfrm>
            <a:prstGeom prst="ellipse">
              <a:avLst/>
            </a:prstGeom>
            <a:solidFill>
              <a:srgbClr val="D1EFFF"/>
            </a:solidFill>
            <a:ln w="19050" cap="flat" cmpd="sng" algn="ctr">
              <a:noFill/>
              <a:prstDash val="solid"/>
            </a:ln>
            <a:effectLst/>
          </p:spPr>
          <p:txBody>
            <a:bodyPr lIns="0" rIns="0" anchor="ctr"/>
            <a:lstStyle/>
            <a:p>
              <a:pPr algn="ctr" defTabSz="913852">
                <a:defRPr/>
              </a:pPr>
              <a:endParaRPr lang="en-US" sz="800" b="1" kern="0">
                <a:solidFill>
                  <a:srgbClr val="C35500"/>
                </a:solidFill>
                <a:latin typeface="72 Brand Medium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5042F80-F455-8B7B-B8FB-324C2612421F}"/>
                </a:ext>
              </a:extLst>
            </p:cNvPr>
            <p:cNvSpPr/>
            <p:nvPr/>
          </p:nvSpPr>
          <p:spPr bwMode="auto">
            <a:xfrm>
              <a:off x="10990086" y="5432209"/>
              <a:ext cx="128833" cy="123111"/>
            </a:xfrm>
            <a:prstGeom prst="ellipse">
              <a:avLst/>
            </a:prstGeom>
            <a:solidFill>
              <a:srgbClr val="E2D8FF"/>
            </a:solidFill>
            <a:ln w="1905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3852">
                <a:defRPr/>
              </a:pPr>
              <a:endParaRPr lang="en-US" sz="900" kern="0">
                <a:solidFill>
                  <a:srgbClr val="FFFFFF"/>
                </a:solidFill>
                <a:latin typeface="72 Brand Medium"/>
              </a:endParaRPr>
            </a:p>
          </p:txBody>
        </p:sp>
        <p:sp>
          <p:nvSpPr>
            <p:cNvPr id="28" name="TextBox 160">
              <a:extLst>
                <a:ext uri="{FF2B5EF4-FFF2-40B4-BE49-F238E27FC236}">
                  <a16:creationId xmlns:a16="http://schemas.microsoft.com/office/drawing/2014/main" id="{7A7469D3-E033-B3B9-45E6-1317C8A9B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8862" y="5438237"/>
              <a:ext cx="804669" cy="111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3852">
                <a:defRPr/>
              </a:pPr>
              <a:r>
                <a:rPr lang="en-US" altLang="en-US" sz="800" kern="0">
                  <a:solidFill>
                    <a:srgbClr val="FFFFFF"/>
                  </a:solidFill>
                  <a:latin typeface="72 Brand Medium"/>
                  <a:cs typeface="72" panose="020B0503030000000003" pitchFamily="34" charset="0"/>
                </a:rPr>
                <a:t>One-time benefit</a:t>
              </a:r>
            </a:p>
          </p:txBody>
        </p:sp>
        <p:sp>
          <p:nvSpPr>
            <p:cNvPr id="29" name="TextBox 154">
              <a:extLst>
                <a:ext uri="{FF2B5EF4-FFF2-40B4-BE49-F238E27FC236}">
                  <a16:creationId xmlns:a16="http://schemas.microsoft.com/office/drawing/2014/main" id="{8000AFE1-D902-88BC-C678-9DFC339F2D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8862" y="5265334"/>
              <a:ext cx="763526" cy="111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913852">
                <a:defRPr/>
              </a:pPr>
              <a:r>
                <a:rPr lang="en-US" altLang="en-US" sz="800" kern="0">
                  <a:solidFill>
                    <a:srgbClr val="FFFFFF"/>
                  </a:solidFill>
                  <a:latin typeface="72 Brand Medium"/>
                  <a:cs typeface="72" panose="020B0503030000000003" pitchFamily="34" charset="0"/>
                </a:rPr>
                <a:t>Recurring benefit</a:t>
              </a:r>
            </a:p>
          </p:txBody>
        </p:sp>
      </p:grp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D4065BD6-1D9A-15A6-F4F6-3976AFF886C6}"/>
              </a:ext>
            </a:extLst>
          </p:cNvPr>
          <p:cNvSpPr/>
          <p:nvPr/>
        </p:nvSpPr>
        <p:spPr bwMode="gray">
          <a:xfrm>
            <a:off x="10410826" y="92341"/>
            <a:ext cx="181405" cy="202570"/>
          </a:xfrm>
          <a:prstGeom prst="roundRect">
            <a:avLst/>
          </a:prstGeom>
          <a:solidFill>
            <a:srgbClr val="E2D8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19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FFFFFF"/>
                </a:solidFill>
                <a:latin typeface="72 Brand" panose="020B0504030603020204" pitchFamily="34" charset="0"/>
                <a:cs typeface="72" panose="020B0503030000000003" pitchFamily="34" charset="0"/>
              </a:rPr>
              <a:t>1</a:t>
            </a: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DE9CFB40-CEB9-33E7-6030-0BEDB8706C40}"/>
              </a:ext>
            </a:extLst>
          </p:cNvPr>
          <p:cNvSpPr/>
          <p:nvPr/>
        </p:nvSpPr>
        <p:spPr bwMode="gray">
          <a:xfrm>
            <a:off x="10625083" y="92341"/>
            <a:ext cx="565468" cy="202570"/>
          </a:xfrm>
          <a:prstGeom prst="roundRect">
            <a:avLst/>
          </a:prstGeom>
          <a:solidFill>
            <a:srgbClr val="7858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19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FFFFFF"/>
                </a:solidFill>
                <a:latin typeface="72 Brand Medium" panose="020B0604030603020204" pitchFamily="34" charset="0"/>
                <a:cs typeface="72" panose="020B0503030000000003" pitchFamily="34" charset="0"/>
              </a:rPr>
              <a:t>2</a:t>
            </a: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3E14E28C-875C-6299-FFFC-159C6E96E91F}"/>
              </a:ext>
            </a:extLst>
          </p:cNvPr>
          <p:cNvSpPr/>
          <p:nvPr/>
        </p:nvSpPr>
        <p:spPr bwMode="gray">
          <a:xfrm>
            <a:off x="11223402" y="92341"/>
            <a:ext cx="181405" cy="202570"/>
          </a:xfrm>
          <a:prstGeom prst="roundRect">
            <a:avLst/>
          </a:prstGeom>
          <a:solidFill>
            <a:srgbClr val="E2D8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19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FFFFFF"/>
                </a:solidFill>
                <a:latin typeface="72 Brand" panose="020B0504030603020204" pitchFamily="34" charset="0"/>
                <a:cs typeface="72" panose="020B0503030000000003" pitchFamily="34" charset="0"/>
              </a:rPr>
              <a:t>3</a:t>
            </a: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DB37AFE2-DAC6-FD84-B84D-F8123682D8E1}"/>
              </a:ext>
            </a:extLst>
          </p:cNvPr>
          <p:cNvSpPr/>
          <p:nvPr/>
        </p:nvSpPr>
        <p:spPr bwMode="gray">
          <a:xfrm>
            <a:off x="11437658" y="92341"/>
            <a:ext cx="181405" cy="202570"/>
          </a:xfrm>
          <a:prstGeom prst="roundRect">
            <a:avLst/>
          </a:prstGeom>
          <a:solidFill>
            <a:srgbClr val="E2D8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32" tIns="146266" rIns="182832" bIns="14626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19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>
                <a:solidFill>
                  <a:srgbClr val="FFFFFF"/>
                </a:solidFill>
                <a:latin typeface="72 Brand" panose="020B0504030603020204" pitchFamily="34" charset="0"/>
                <a:cs typeface="72" panose="020B0503030000000003" pitchFamily="34" charset="0"/>
              </a:rPr>
              <a:t>4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197459A-CC5E-30CD-BC53-B867258B03BD}"/>
              </a:ext>
            </a:extLst>
          </p:cNvPr>
          <p:cNvSpPr txBox="1">
            <a:spLocks/>
          </p:cNvSpPr>
          <p:nvPr/>
        </p:nvSpPr>
        <p:spPr bwMode="black">
          <a:xfrm>
            <a:off x="1454889" y="510750"/>
            <a:ext cx="9282224" cy="33846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087253">
              <a:defRPr/>
            </a:pPr>
            <a:r>
              <a:rPr lang="en-US" sz="2199" b="0">
                <a:gradFill>
                  <a:gsLst>
                    <a:gs pos="0">
                      <a:srgbClr val="002A86"/>
                    </a:gs>
                    <a:gs pos="100000">
                      <a:srgbClr val="002A86"/>
                    </a:gs>
                  </a:gsLst>
                  <a:lin ang="2700000" scaled="1"/>
                </a:gradFill>
                <a:latin typeface="72 Brand Medium" panose="020B0604030603020204" pitchFamily="34" charset="0"/>
              </a:rPr>
              <a:t>Outside-in Project Economics driven by SAP</a:t>
            </a:r>
            <a:endParaRPr lang="en-US" sz="2199" b="0">
              <a:solidFill>
                <a:srgbClr val="7858FF"/>
              </a:solidFill>
              <a:latin typeface="72 Brand Medium" panose="020B06040306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4F690C-EEC6-68E1-1022-14E613318CEB}"/>
              </a:ext>
            </a:extLst>
          </p:cNvPr>
          <p:cNvSpPr txBox="1"/>
          <p:nvPr/>
        </p:nvSpPr>
        <p:spPr>
          <a:xfrm>
            <a:off x="8056781" y="78239"/>
            <a:ext cx="2330606" cy="230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93191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900" kern="0">
                <a:solidFill>
                  <a:srgbClr val="7858FF"/>
                </a:solidFill>
                <a:latin typeface="72 Brand Medium"/>
              </a:rPr>
              <a:t>Grow Your Business</a:t>
            </a:r>
          </a:p>
        </p:txBody>
      </p:sp>
    </p:spTree>
    <p:extLst>
      <p:ext uri="{BB962C8B-B14F-4D97-AF65-F5344CB8AC3E}">
        <p14:creationId xmlns:p14="http://schemas.microsoft.com/office/powerpoint/2010/main" val="36935869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SAP Template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8575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+mn-lt"/>
            <a:ea typeface="72 Brand" pitchFamily="34" charset="-128"/>
            <a:cs typeface="72 Brand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8575">
          <a:noFill/>
        </a:ln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400" kern="0" dirty="0" err="1" smtClean="0">
            <a:latin typeface="72 Brand" panose="020B0504030603020204" pitchFamily="34" charset="0"/>
            <a:ea typeface="72 Brand" pitchFamily="34" charset="-128"/>
            <a:cs typeface="72 Brand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16" id="{6EE3CE7A-E618-354C-A911-C8B540FBF846}" vid="{D6A1CD9D-FAE1-404C-ADBB-39144CF686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AP Colors 2023">
    <a:dk1>
      <a:srgbClr val="000000"/>
    </a:dk1>
    <a:lt1>
      <a:srgbClr val="FFFFFF"/>
    </a:lt1>
    <a:dk2>
      <a:srgbClr val="1B90FF"/>
    </a:dk2>
    <a:lt2>
      <a:srgbClr val="89D1FF"/>
    </a:lt2>
    <a:accent1>
      <a:srgbClr val="E76500"/>
    </a:accent1>
    <a:accent2>
      <a:srgbClr val="049F9A"/>
    </a:accent2>
    <a:accent3>
      <a:srgbClr val="36A41D"/>
    </a:accent3>
    <a:accent4>
      <a:srgbClr val="FA4F96"/>
    </a:accent4>
    <a:accent5>
      <a:srgbClr val="F31DED"/>
    </a:accent5>
    <a:accent6>
      <a:srgbClr val="7858FF"/>
    </a:accent6>
    <a:hlink>
      <a:srgbClr val="0070F2"/>
    </a:hlink>
    <a:folHlink>
      <a:srgbClr val="0070F2"/>
    </a:folHlink>
  </a:clrScheme>
  <a:fontScheme name="SAP 2023">
    <a:majorFont>
      <a:latin typeface="72 Brand Medium"/>
      <a:ea typeface=""/>
      <a:cs typeface=""/>
    </a:majorFont>
    <a:minorFont>
      <a:latin typeface="72 Brand"/>
      <a:ea typeface=""/>
      <a:cs typeface=""/>
    </a:minorFont>
  </a:fontScheme>
  <a:fmtScheme name="Median">
    <a:fillStyleLst>
      <a:solidFill>
        <a:schemeClr val="phClr"/>
      </a:solidFill>
      <a:solidFill>
        <a:schemeClr val="phClr">
          <a:tint val="50000"/>
        </a:schemeClr>
      </a:solidFill>
      <a:solidFill>
        <a:schemeClr val="phClr"/>
      </a:solidFill>
    </a:fillStyleLst>
    <a:lnStyleLst>
      <a:ln w="10000" cap="flat" cmpd="sng" algn="ctr">
        <a:solidFill>
          <a:schemeClr val="phClr"/>
        </a:solidFill>
        <a:prstDash val="solid"/>
      </a:ln>
      <a:ln w="19050" cap="flat" cmpd="sng" algn="ctr">
        <a:solidFill>
          <a:schemeClr val="phClr"/>
        </a:solidFill>
        <a:prstDash val="solid"/>
      </a:ln>
      <a:ln w="47625" cap="flat" cmpd="dbl" algn="ctr">
        <a:solidFill>
          <a:schemeClr val="phClr"/>
        </a:solidFill>
        <a:prstDash val="solid"/>
      </a:ln>
    </a:lnStyleLst>
    <a:effectStyleLst>
      <a:effectStyle>
        <a:effectLst>
          <a:outerShdw blurRad="38100" dist="30000" dir="5400000" rotWithShape="0">
            <a:srgbClr val="000000">
              <a:alpha val="45000"/>
            </a:srgbClr>
          </a:outerShdw>
        </a:effectLst>
      </a:effectStyle>
      <a:effectStyle>
        <a:effectLst>
          <a:outerShdw blurRad="38100" dist="30000" dir="5400000" rotWithShape="0">
            <a:srgbClr val="000000">
              <a:alpha val="45000"/>
            </a:srgbClr>
          </a:outerShdw>
        </a:effectLst>
      </a:effectStyle>
      <a:effectStyle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isometricTopDown" fov="0">
            <a:rot lat="0" lon="0" rev="0"/>
          </a:camera>
          <a:lightRig rig="balanced" dir="t">
            <a:rot lat="0" lon="0" rev="13800000"/>
          </a:lightRig>
        </a:scene3d>
        <a:sp3d extrusionH="12700" prstMaterial="plastic">
          <a:bevelT w="38100" h="25400" prst="softRound"/>
          <a:contourClr>
            <a:schemeClr val="phClr"/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Microsoft Macintosh PowerPoint</Application>
  <PresentationFormat>Widescreen</PresentationFormat>
  <Paragraphs>115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72 Brand</vt:lpstr>
      <vt:lpstr>72 Brand Medium</vt:lpstr>
      <vt:lpstr>Aptos</vt:lpstr>
      <vt:lpstr>Arial</vt:lpstr>
      <vt:lpstr>Wingdings</vt:lpstr>
      <vt:lpstr>SAP Template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Eliot</dc:creator>
  <cp:lastModifiedBy>Lee, Eliot</cp:lastModifiedBy>
  <cp:revision>1</cp:revision>
  <dcterms:created xsi:type="dcterms:W3CDTF">2026-06-17T01:38:18Z</dcterms:created>
  <dcterms:modified xsi:type="dcterms:W3CDTF">2026-06-17T01:38:35Z</dcterms:modified>
</cp:coreProperties>
</file>